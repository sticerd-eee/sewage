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HistoricWater-Bills/Dashboard1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8C8747B6-AAB0-4AE4-A96D-0C501DD3A6A5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gb">
                <a:hlinkClick r:id="rId6"/>
              </a:rPr>
              <a:t>Historic Water - Bills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796C8923-68FA-480F-B962-0B1DB2E0ABD8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9/26/2024 4:23:29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2" name="slide2">
            <a:extLst>
              <a:ext uri="{FF2B5EF4-FFF2-40B4-BE49-F238E27FC236}">
                <a16:creationId xmlns:a16="http://schemas.microsoft.com/office/drawing/2014/main" id="{ECF13944-1C41-4306-9168-FE0CCDB42A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625"/>
            <a:ext cx="12192000" cy="661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2024-09-26T16:23:30Z</dcterms:created>
  <dcterms:modified xsi:type="dcterms:W3CDTF">2024-09-26T16:23:30Z</dcterms:modified>
</cp:coreProperties>
</file>