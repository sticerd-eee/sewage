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C38"/>
    <a:srgbClr val="9D0A0D"/>
    <a:srgbClr val="FFF2E5"/>
    <a:srgbClr val="FCD1AE"/>
    <a:srgbClr val="E3200F"/>
    <a:srgbClr val="15212C"/>
    <a:srgbClr val="000C16"/>
    <a:srgbClr val="052863"/>
    <a:srgbClr val="F6CCA9"/>
    <a:srgbClr val="233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40F2F3-7818-1142-9384-2BC887117FB9}" v="188" dt="2026-03-12T23:40:52.6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4"/>
    <p:restoredTop sz="96250"/>
  </p:normalViewPr>
  <p:slideViewPr>
    <p:cSldViewPr snapToGrid="0">
      <p:cViewPr varScale="1">
        <p:scale>
          <a:sx n="112" d="100"/>
          <a:sy n="112" d="100"/>
        </p:scale>
        <p:origin x="648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umazis, Chris" userId="b2c68c1d-705b-48b3-a63b-5fd2ac67b682" providerId="ADAL" clId="{D4ED6DE9-2F38-53BF-B7BC-99498EDCE496}"/>
    <pc:docChg chg="undo redo custSel addSld delSld modSld">
      <pc:chgData name="Toumazis, Chris" userId="b2c68c1d-705b-48b3-a63b-5fd2ac67b682" providerId="ADAL" clId="{D4ED6DE9-2F38-53BF-B7BC-99498EDCE496}" dt="2026-03-12T23:45:42.957" v="850" actId="1076"/>
      <pc:docMkLst>
        <pc:docMk/>
      </pc:docMkLst>
      <pc:sldChg chg="addSp delSp modSp del mod">
        <pc:chgData name="Toumazis, Chris" userId="b2c68c1d-705b-48b3-a63b-5fd2ac67b682" providerId="ADAL" clId="{D4ED6DE9-2F38-53BF-B7BC-99498EDCE496}" dt="2026-03-12T23:04:47.399" v="168" actId="2696"/>
        <pc:sldMkLst>
          <pc:docMk/>
          <pc:sldMk cId="3141908166" sldId="256"/>
        </pc:sldMkLst>
        <pc:spChg chg="add mod">
          <ac:chgData name="Toumazis, Chris" userId="b2c68c1d-705b-48b3-a63b-5fd2ac67b682" providerId="ADAL" clId="{D4ED6DE9-2F38-53BF-B7BC-99498EDCE496}" dt="2026-03-12T22:13:15.368" v="68" actId="2085"/>
          <ac:spMkLst>
            <pc:docMk/>
            <pc:sldMk cId="3141908166" sldId="256"/>
            <ac:spMk id="7" creationId="{052B3385-AACC-3939-6E86-8E1D271EC084}"/>
          </ac:spMkLst>
        </pc:spChg>
        <pc:grpChg chg="add mod">
          <ac:chgData name="Toumazis, Chris" userId="b2c68c1d-705b-48b3-a63b-5fd2ac67b682" providerId="ADAL" clId="{D4ED6DE9-2F38-53BF-B7BC-99498EDCE496}" dt="2026-03-12T22:07:22.085" v="32" actId="1076"/>
          <ac:grpSpMkLst>
            <pc:docMk/>
            <pc:sldMk cId="3141908166" sldId="256"/>
            <ac:grpSpMk id="2" creationId="{E7CBB56B-D523-925B-100D-F7465F50512E}"/>
          </ac:grpSpMkLst>
        </pc:grpChg>
        <pc:grpChg chg="mod">
          <ac:chgData name="Toumazis, Chris" userId="b2c68c1d-705b-48b3-a63b-5fd2ac67b682" providerId="ADAL" clId="{D4ED6DE9-2F38-53BF-B7BC-99498EDCE496}" dt="2026-03-12T22:07:13.659" v="26" actId="1076"/>
          <ac:grpSpMkLst>
            <pc:docMk/>
            <pc:sldMk cId="3141908166" sldId="256"/>
            <ac:grpSpMk id="26" creationId="{39240B27-7E44-F5F1-BECB-B97C28D181CF}"/>
          </ac:grpSpMkLst>
        </pc:grpChg>
        <pc:grpChg chg="mod">
          <ac:chgData name="Toumazis, Chris" userId="b2c68c1d-705b-48b3-a63b-5fd2ac67b682" providerId="ADAL" clId="{D4ED6DE9-2F38-53BF-B7BC-99498EDCE496}" dt="2026-03-12T22:07:06.855" v="23" actId="1076"/>
          <ac:grpSpMkLst>
            <pc:docMk/>
            <pc:sldMk cId="3141908166" sldId="256"/>
            <ac:grpSpMk id="34" creationId="{CFF370BF-94AF-7D90-5452-D6D91BA63933}"/>
          </ac:grpSpMkLst>
        </pc:grpChg>
        <pc:grpChg chg="mod">
          <ac:chgData name="Toumazis, Chris" userId="b2c68c1d-705b-48b3-a63b-5fd2ac67b682" providerId="ADAL" clId="{D4ED6DE9-2F38-53BF-B7BC-99498EDCE496}" dt="2026-03-12T22:07:26.163" v="33" actId="1076"/>
          <ac:grpSpMkLst>
            <pc:docMk/>
            <pc:sldMk cId="3141908166" sldId="256"/>
            <ac:grpSpMk id="1030" creationId="{48113982-7CD1-4EA2-359D-CC302F9C4F9E}"/>
          </ac:grpSpMkLst>
        </pc:grpChg>
        <pc:grpChg chg="mod">
          <ac:chgData name="Toumazis, Chris" userId="b2c68c1d-705b-48b3-a63b-5fd2ac67b682" providerId="ADAL" clId="{D4ED6DE9-2F38-53BF-B7BC-99498EDCE496}" dt="2026-03-12T22:07:18.318" v="28" actId="1076"/>
          <ac:grpSpMkLst>
            <pc:docMk/>
            <pc:sldMk cId="3141908166" sldId="256"/>
            <ac:grpSpMk id="1039" creationId="{4505CDDA-E233-FC73-0764-0A71929B4F10}"/>
          </ac:grpSpMkLst>
        </pc:grpChg>
        <pc:grpChg chg="mod">
          <ac:chgData name="Toumazis, Chris" userId="b2c68c1d-705b-48b3-a63b-5fd2ac67b682" providerId="ADAL" clId="{D4ED6DE9-2F38-53BF-B7BC-99498EDCE496}" dt="2026-03-12T22:07:32.796" v="37" actId="1076"/>
          <ac:grpSpMkLst>
            <pc:docMk/>
            <pc:sldMk cId="3141908166" sldId="256"/>
            <ac:grpSpMk id="1052" creationId="{4E84CF0D-2CF6-935F-DC04-D4CCD6300A5F}"/>
          </ac:grpSpMkLst>
        </pc:grpChg>
        <pc:grpChg chg="mod">
          <ac:chgData name="Toumazis, Chris" userId="b2c68c1d-705b-48b3-a63b-5fd2ac67b682" providerId="ADAL" clId="{D4ED6DE9-2F38-53BF-B7BC-99498EDCE496}" dt="2026-03-12T22:07:35.401" v="38" actId="1076"/>
          <ac:grpSpMkLst>
            <pc:docMk/>
            <pc:sldMk cId="3141908166" sldId="256"/>
            <ac:grpSpMk id="1065" creationId="{9EF62D34-7D8F-9501-30CF-26AAE6C45213}"/>
          </ac:grpSpMkLst>
        </pc:grpChg>
        <pc:grpChg chg="mod">
          <ac:chgData name="Toumazis, Chris" userId="b2c68c1d-705b-48b3-a63b-5fd2ac67b682" providerId="ADAL" clId="{D4ED6DE9-2F38-53BF-B7BC-99498EDCE496}" dt="2026-03-12T22:07:16.373" v="27" actId="1076"/>
          <ac:grpSpMkLst>
            <pc:docMk/>
            <pc:sldMk cId="3141908166" sldId="256"/>
            <ac:grpSpMk id="1073" creationId="{08F46A12-4B08-D98A-DC80-556F072416B3}"/>
          </ac:grpSpMkLst>
        </pc:grpChg>
        <pc:graphicFrameChg chg="add mod modGraphic">
          <ac:chgData name="Toumazis, Chris" userId="b2c68c1d-705b-48b3-a63b-5fd2ac67b682" providerId="ADAL" clId="{D4ED6DE9-2F38-53BF-B7BC-99498EDCE496}" dt="2026-03-12T22:09:45.854" v="58" actId="798"/>
          <ac:graphicFrameMkLst>
            <pc:docMk/>
            <pc:sldMk cId="3141908166" sldId="256"/>
            <ac:graphicFrameMk id="3" creationId="{BFCD7F09-50D9-73E9-AA15-83999CBC7263}"/>
          </ac:graphicFrameMkLst>
        </pc:graphicFrameChg>
        <pc:picChg chg="add mod">
          <ac:chgData name="Toumazis, Chris" userId="b2c68c1d-705b-48b3-a63b-5fd2ac67b682" providerId="ADAL" clId="{D4ED6DE9-2F38-53BF-B7BC-99498EDCE496}" dt="2026-03-12T22:12:46.207" v="64" actId="1076"/>
          <ac:picMkLst>
            <pc:docMk/>
            <pc:sldMk cId="3141908166" sldId="256"/>
            <ac:picMk id="5" creationId="{F333BB42-1C55-8CFC-A7B0-BF7539921BA4}"/>
          </ac:picMkLst>
        </pc:picChg>
        <pc:picChg chg="add del mod">
          <ac:chgData name="Toumazis, Chris" userId="b2c68c1d-705b-48b3-a63b-5fd2ac67b682" providerId="ADAL" clId="{D4ED6DE9-2F38-53BF-B7BC-99498EDCE496}" dt="2026-03-12T22:13:07.070" v="66" actId="478"/>
          <ac:picMkLst>
            <pc:docMk/>
            <pc:sldMk cId="3141908166" sldId="256"/>
            <ac:picMk id="6" creationId="{E6FB536D-7546-17A1-4988-41C9651CAB70}"/>
          </ac:picMkLst>
        </pc:picChg>
        <pc:picChg chg="mod">
          <ac:chgData name="Toumazis, Chris" userId="b2c68c1d-705b-48b3-a63b-5fd2ac67b682" providerId="ADAL" clId="{D4ED6DE9-2F38-53BF-B7BC-99498EDCE496}" dt="2026-03-12T22:07:11.083" v="25" actId="1076"/>
          <ac:picMkLst>
            <pc:docMk/>
            <pc:sldMk cId="3141908166" sldId="256"/>
            <ac:picMk id="11" creationId="{77816BAE-1777-C670-B2B6-F02DA83537BE}"/>
          </ac:picMkLst>
        </pc:picChg>
        <pc:picChg chg="mod">
          <ac:chgData name="Toumazis, Chris" userId="b2c68c1d-705b-48b3-a63b-5fd2ac67b682" providerId="ADAL" clId="{D4ED6DE9-2F38-53BF-B7BC-99498EDCE496}" dt="2026-03-12T22:07:08.830" v="24" actId="1076"/>
          <ac:picMkLst>
            <pc:docMk/>
            <pc:sldMk cId="3141908166" sldId="256"/>
            <ac:picMk id="19" creationId="{775CE70F-E890-7E03-646F-14284BB0F67F}"/>
          </ac:picMkLst>
        </pc:picChg>
        <pc:picChg chg="mod">
          <ac:chgData name="Toumazis, Chris" userId="b2c68c1d-705b-48b3-a63b-5fd2ac67b682" providerId="ADAL" clId="{D4ED6DE9-2F38-53BF-B7BC-99498EDCE496}" dt="2026-03-12T22:07:19.788" v="30" actId="1076"/>
          <ac:picMkLst>
            <pc:docMk/>
            <pc:sldMk cId="3141908166" sldId="256"/>
            <ac:picMk id="60" creationId="{17F95581-C969-57BB-46F0-F64B79878033}"/>
          </ac:picMkLst>
        </pc:picChg>
        <pc:picChg chg="mod">
          <ac:chgData name="Toumazis, Chris" userId="b2c68c1d-705b-48b3-a63b-5fd2ac67b682" providerId="ADAL" clId="{D4ED6DE9-2F38-53BF-B7BC-99498EDCE496}" dt="2026-03-12T22:07:00.457" v="20" actId="1076"/>
          <ac:picMkLst>
            <pc:docMk/>
            <pc:sldMk cId="3141908166" sldId="256"/>
            <ac:picMk id="62" creationId="{8190D977-D92C-8C43-28F4-6567D66DAFA7}"/>
          </ac:picMkLst>
        </pc:picChg>
        <pc:picChg chg="mod">
          <ac:chgData name="Toumazis, Chris" userId="b2c68c1d-705b-48b3-a63b-5fd2ac67b682" providerId="ADAL" clId="{D4ED6DE9-2F38-53BF-B7BC-99498EDCE496}" dt="2026-03-12T22:07:16.373" v="27" actId="1076"/>
          <ac:picMkLst>
            <pc:docMk/>
            <pc:sldMk cId="3141908166" sldId="256"/>
            <ac:picMk id="1071" creationId="{7BF8A675-4338-E45E-1376-72D4D05231EF}"/>
          </ac:picMkLst>
        </pc:picChg>
        <pc:picChg chg="mod">
          <ac:chgData name="Toumazis, Chris" userId="b2c68c1d-705b-48b3-a63b-5fd2ac67b682" providerId="ADAL" clId="{D4ED6DE9-2F38-53BF-B7BC-99498EDCE496}" dt="2026-03-12T22:07:16.373" v="27" actId="1076"/>
          <ac:picMkLst>
            <pc:docMk/>
            <pc:sldMk cId="3141908166" sldId="256"/>
            <ac:picMk id="1072" creationId="{D170B04F-D1C4-5407-F135-1BFA476307B5}"/>
          </ac:picMkLst>
        </pc:picChg>
      </pc:sldChg>
      <pc:sldChg chg="addSp delSp modSp add del mod">
        <pc:chgData name="Toumazis, Chris" userId="b2c68c1d-705b-48b3-a63b-5fd2ac67b682" providerId="ADAL" clId="{D4ED6DE9-2F38-53BF-B7BC-99498EDCE496}" dt="2026-03-12T23:39:11.438" v="810" actId="2696"/>
        <pc:sldMkLst>
          <pc:docMk/>
          <pc:sldMk cId="133161171" sldId="257"/>
        </pc:sldMkLst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4" creationId="{18859736-7291-74F9-D9D1-858AA903BE2C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6" creationId="{F746967F-2372-A09A-420E-1DA16161C4CE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7" creationId="{052B3385-AACC-3939-6E86-8E1D271EC084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8" creationId="{6D08E18D-AE8E-B0C9-53A0-462E990A9177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12" creationId="{C712A795-C7C7-8F5E-F456-4F06D2ADD4A0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13" creationId="{7BAC84D0-6173-53B3-E885-025CB28CBA35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14" creationId="{C629E81F-12BF-BA7C-AEF4-BF2749A63007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15" creationId="{0063060A-0C2E-7D13-CE43-8D378F078F87}"/>
          </ac:spMkLst>
        </pc:spChg>
        <pc:spChg chg="add del mod topLvl">
          <ac:chgData name="Toumazis, Chris" userId="b2c68c1d-705b-48b3-a63b-5fd2ac67b682" providerId="ADAL" clId="{D4ED6DE9-2F38-53BF-B7BC-99498EDCE496}" dt="2026-03-12T23:07:13.068" v="204" actId="1076"/>
          <ac:spMkLst>
            <pc:docMk/>
            <pc:sldMk cId="133161171" sldId="257"/>
            <ac:spMk id="18" creationId="{09D66A60-5E71-C9C6-43C7-CDD54E04E876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20" creationId="{7C711EB7-290E-6091-A96D-847D4AAC14E8}"/>
          </ac:spMkLst>
        </pc:spChg>
        <pc:grpChg chg="add del mod">
          <ac:chgData name="Toumazis, Chris" userId="b2c68c1d-705b-48b3-a63b-5fd2ac67b682" providerId="ADAL" clId="{D4ED6DE9-2F38-53BF-B7BC-99498EDCE496}" dt="2026-03-12T22:13:53.967" v="83" actId="165"/>
          <ac:grpSpMkLst>
            <pc:docMk/>
            <pc:sldMk cId="133161171" sldId="257"/>
            <ac:grpSpMk id="9" creationId="{63A4DA4A-4186-0B72-3A6A-9945864C0661}"/>
          </ac:grpSpMkLst>
        </pc:grpChg>
        <pc:grpChg chg="add del mod">
          <ac:chgData name="Toumazis, Chris" userId="b2c68c1d-705b-48b3-a63b-5fd2ac67b682" providerId="ADAL" clId="{D4ED6DE9-2F38-53BF-B7BC-99498EDCE496}" dt="2026-03-12T22:14:07.677" v="89" actId="165"/>
          <ac:grpSpMkLst>
            <pc:docMk/>
            <pc:sldMk cId="133161171" sldId="257"/>
            <ac:grpSpMk id="10" creationId="{F7651C62-7C27-E792-5FE7-FD89A7B2790A}"/>
          </ac:grpSpMkLst>
        </pc:grpChg>
        <pc:grpChg chg="add">
          <ac:chgData name="Toumazis, Chris" userId="b2c68c1d-705b-48b3-a63b-5fd2ac67b682" providerId="ADAL" clId="{D4ED6DE9-2F38-53BF-B7BC-99498EDCE496}" dt="2026-03-12T22:13:56.730" v="84" actId="164"/>
          <ac:grpSpMkLst>
            <pc:docMk/>
            <pc:sldMk cId="133161171" sldId="257"/>
            <ac:grpSpMk id="16" creationId="{3A46757B-23CC-0D09-D1BA-1BF0D8AA0838}"/>
          </ac:grpSpMkLst>
        </pc:grpChg>
        <pc:grpChg chg="add del mod">
          <ac:chgData name="Toumazis, Chris" userId="b2c68c1d-705b-48b3-a63b-5fd2ac67b682" providerId="ADAL" clId="{D4ED6DE9-2F38-53BF-B7BC-99498EDCE496}" dt="2026-03-12T22:14:07.677" v="89" actId="165"/>
          <ac:grpSpMkLst>
            <pc:docMk/>
            <pc:sldMk cId="133161171" sldId="257"/>
            <ac:grpSpMk id="17" creationId="{C2F9F282-31A8-34B6-ACAC-61A7A970914D}"/>
          </ac:grpSpMkLst>
        </pc:grpChg>
        <pc:grpChg chg="del">
          <ac:chgData name="Toumazis, Chris" userId="b2c68c1d-705b-48b3-a63b-5fd2ac67b682" providerId="ADAL" clId="{D4ED6DE9-2F38-53BF-B7BC-99498EDCE496}" dt="2026-03-12T23:27:17.539" v="519" actId="478"/>
          <ac:grpSpMkLst>
            <pc:docMk/>
            <pc:sldMk cId="133161171" sldId="257"/>
            <ac:grpSpMk id="26" creationId="{39240B27-7E44-F5F1-BECB-B97C28D181CF}"/>
          </ac:grpSpMkLst>
        </pc:grpChg>
        <pc:grpChg chg="del">
          <ac:chgData name="Toumazis, Chris" userId="b2c68c1d-705b-48b3-a63b-5fd2ac67b682" providerId="ADAL" clId="{D4ED6DE9-2F38-53BF-B7BC-99498EDCE496}" dt="2026-03-12T23:27:17.539" v="519" actId="478"/>
          <ac:grpSpMkLst>
            <pc:docMk/>
            <pc:sldMk cId="133161171" sldId="257"/>
            <ac:grpSpMk id="34" creationId="{CFF370BF-94AF-7D90-5452-D6D91BA63933}"/>
          </ac:grpSpMkLst>
        </pc:grpChg>
        <pc:grpChg chg="del">
          <ac:chgData name="Toumazis, Chris" userId="b2c68c1d-705b-48b3-a63b-5fd2ac67b682" providerId="ADAL" clId="{D4ED6DE9-2F38-53BF-B7BC-99498EDCE496}" dt="2026-03-12T23:27:17.539" v="519" actId="478"/>
          <ac:grpSpMkLst>
            <pc:docMk/>
            <pc:sldMk cId="133161171" sldId="257"/>
            <ac:grpSpMk id="1030" creationId="{48113982-7CD1-4EA2-359D-CC302F9C4F9E}"/>
          </ac:grpSpMkLst>
        </pc:grpChg>
        <pc:grpChg chg="del">
          <ac:chgData name="Toumazis, Chris" userId="b2c68c1d-705b-48b3-a63b-5fd2ac67b682" providerId="ADAL" clId="{D4ED6DE9-2F38-53BF-B7BC-99498EDCE496}" dt="2026-03-12T23:34:49.415" v="745" actId="478"/>
          <ac:grpSpMkLst>
            <pc:docMk/>
            <pc:sldMk cId="133161171" sldId="257"/>
            <ac:grpSpMk id="1052" creationId="{4E84CF0D-2CF6-935F-DC04-D4CCD6300A5F}"/>
          </ac:grpSpMkLst>
        </pc:grpChg>
        <pc:grpChg chg="mod">
          <ac:chgData name="Toumazis, Chris" userId="b2c68c1d-705b-48b3-a63b-5fd2ac67b682" providerId="ADAL" clId="{D4ED6DE9-2F38-53BF-B7BC-99498EDCE496}" dt="2026-03-12T23:34:51.124" v="746" actId="1076"/>
          <ac:grpSpMkLst>
            <pc:docMk/>
            <pc:sldMk cId="133161171" sldId="257"/>
            <ac:grpSpMk id="1065" creationId="{9EF62D34-7D8F-9501-30CF-26AAE6C45213}"/>
          </ac:grpSpMkLst>
        </pc:grpChg>
        <pc:grpChg chg="del">
          <ac:chgData name="Toumazis, Chris" userId="b2c68c1d-705b-48b3-a63b-5fd2ac67b682" providerId="ADAL" clId="{D4ED6DE9-2F38-53BF-B7BC-99498EDCE496}" dt="2026-03-12T23:30:46.146" v="645" actId="478"/>
          <ac:grpSpMkLst>
            <pc:docMk/>
            <pc:sldMk cId="133161171" sldId="257"/>
            <ac:grpSpMk id="1073" creationId="{08F46A12-4B08-D98A-DC80-556F072416B3}"/>
          </ac:grpSpMkLst>
        </pc:grpChg>
        <pc:picChg chg="mod">
          <ac:chgData name="Toumazis, Chris" userId="b2c68c1d-705b-48b3-a63b-5fd2ac67b682" providerId="ADAL" clId="{D4ED6DE9-2F38-53BF-B7BC-99498EDCE496}" dt="2026-03-12T23:02:47.235" v="120" actId="166"/>
          <ac:picMkLst>
            <pc:docMk/>
            <pc:sldMk cId="133161171" sldId="257"/>
            <ac:picMk id="5" creationId="{F333BB42-1C55-8CFC-A7B0-BF7539921BA4}"/>
          </ac:picMkLst>
        </pc:picChg>
        <pc:picChg chg="del">
          <ac:chgData name="Toumazis, Chris" userId="b2c68c1d-705b-48b3-a63b-5fd2ac67b682" providerId="ADAL" clId="{D4ED6DE9-2F38-53BF-B7BC-99498EDCE496}" dt="2026-03-12T23:27:17.539" v="519" actId="478"/>
          <ac:picMkLst>
            <pc:docMk/>
            <pc:sldMk cId="133161171" sldId="257"/>
            <ac:picMk id="11" creationId="{77816BAE-1777-C670-B2B6-F02DA83537BE}"/>
          </ac:picMkLst>
        </pc:picChg>
        <pc:picChg chg="del">
          <ac:chgData name="Toumazis, Chris" userId="b2c68c1d-705b-48b3-a63b-5fd2ac67b682" providerId="ADAL" clId="{D4ED6DE9-2F38-53BF-B7BC-99498EDCE496}" dt="2026-03-12T23:27:17.539" v="519" actId="478"/>
          <ac:picMkLst>
            <pc:docMk/>
            <pc:sldMk cId="133161171" sldId="257"/>
            <ac:picMk id="19" creationId="{775CE70F-E890-7E03-646F-14284BB0F67F}"/>
          </ac:picMkLst>
        </pc:picChg>
        <pc:picChg chg="add del mod">
          <ac:chgData name="Toumazis, Chris" userId="b2c68c1d-705b-48b3-a63b-5fd2ac67b682" providerId="ADAL" clId="{D4ED6DE9-2F38-53BF-B7BC-99498EDCE496}" dt="2026-03-12T22:14:38.971" v="92" actId="478"/>
          <ac:picMkLst>
            <pc:docMk/>
            <pc:sldMk cId="133161171" sldId="257"/>
            <ac:picMk id="22" creationId="{D2394BCA-AF3D-8115-942E-06771B07E92D}"/>
          </ac:picMkLst>
        </pc:picChg>
        <pc:picChg chg="add del mod">
          <ac:chgData name="Toumazis, Chris" userId="b2c68c1d-705b-48b3-a63b-5fd2ac67b682" providerId="ADAL" clId="{D4ED6DE9-2F38-53BF-B7BC-99498EDCE496}" dt="2026-03-12T23:09:24.297" v="219" actId="21"/>
          <ac:picMkLst>
            <pc:docMk/>
            <pc:sldMk cId="133161171" sldId="257"/>
            <ac:picMk id="24" creationId="{FF60FDE2-592B-B1EA-CBA9-B54F8A5B5C05}"/>
          </ac:picMkLst>
        </pc:picChg>
        <pc:picChg chg="add del mod">
          <ac:chgData name="Toumazis, Chris" userId="b2c68c1d-705b-48b3-a63b-5fd2ac67b682" providerId="ADAL" clId="{D4ED6DE9-2F38-53BF-B7BC-99498EDCE496}" dt="2026-03-12T23:28:00.370" v="523" actId="21"/>
          <ac:picMkLst>
            <pc:docMk/>
            <pc:sldMk cId="133161171" sldId="257"/>
            <ac:picMk id="29" creationId="{EFF58432-F12F-C647-7E04-88F9CEAB89C5}"/>
          </ac:picMkLst>
        </pc:picChg>
        <pc:picChg chg="add del mod">
          <ac:chgData name="Toumazis, Chris" userId="b2c68c1d-705b-48b3-a63b-5fd2ac67b682" providerId="ADAL" clId="{D4ED6DE9-2F38-53BF-B7BC-99498EDCE496}" dt="2026-03-12T23:31:29.080" v="647" actId="21"/>
          <ac:picMkLst>
            <pc:docMk/>
            <pc:sldMk cId="133161171" sldId="257"/>
            <ac:picMk id="30" creationId="{29E6550F-2527-734A-CD3F-5018AB3B04C4}"/>
          </ac:picMkLst>
        </pc:picChg>
        <pc:picChg chg="add del mod">
          <ac:chgData name="Toumazis, Chris" userId="b2c68c1d-705b-48b3-a63b-5fd2ac67b682" providerId="ADAL" clId="{D4ED6DE9-2F38-53BF-B7BC-99498EDCE496}" dt="2026-03-12T23:33:05.706" v="658" actId="21"/>
          <ac:picMkLst>
            <pc:docMk/>
            <pc:sldMk cId="133161171" sldId="257"/>
            <ac:picMk id="33" creationId="{FED8218D-A2A8-C113-5C9B-F17826B0556B}"/>
          </ac:picMkLst>
        </pc:picChg>
        <pc:picChg chg="add del mod">
          <ac:chgData name="Toumazis, Chris" userId="b2c68c1d-705b-48b3-a63b-5fd2ac67b682" providerId="ADAL" clId="{D4ED6DE9-2F38-53BF-B7BC-99498EDCE496}" dt="2026-03-12T23:35:25.133" v="748" actId="21"/>
          <ac:picMkLst>
            <pc:docMk/>
            <pc:sldMk cId="133161171" sldId="257"/>
            <ac:picMk id="35" creationId="{8B68AAEB-D57F-8918-2B7A-296C695A9BFC}"/>
          </ac:picMkLst>
        </pc:picChg>
      </pc:sldChg>
      <pc:sldChg chg="modSp del mod">
        <pc:chgData name="Toumazis, Chris" userId="b2c68c1d-705b-48b3-a63b-5fd2ac67b682" providerId="ADAL" clId="{D4ED6DE9-2F38-53BF-B7BC-99498EDCE496}" dt="2026-03-12T22:08:00.462" v="39" actId="2696"/>
        <pc:sldMkLst>
          <pc:docMk/>
          <pc:sldMk cId="3354023916" sldId="257"/>
        </pc:sldMkLst>
        <pc:grpChg chg="mod">
          <ac:chgData name="Toumazis, Chris" userId="b2c68c1d-705b-48b3-a63b-5fd2ac67b682" providerId="ADAL" clId="{D4ED6DE9-2F38-53BF-B7BC-99498EDCE496}" dt="2026-03-12T22:06:31.763" v="3" actId="1076"/>
          <ac:grpSpMkLst>
            <pc:docMk/>
            <pc:sldMk cId="3354023916" sldId="257"/>
            <ac:grpSpMk id="26" creationId="{00C45B2D-82CC-B361-4055-32E451BE1BD0}"/>
          </ac:grpSpMkLst>
        </pc:grpChg>
        <pc:grpChg chg="mod">
          <ac:chgData name="Toumazis, Chris" userId="b2c68c1d-705b-48b3-a63b-5fd2ac67b682" providerId="ADAL" clId="{D4ED6DE9-2F38-53BF-B7BC-99498EDCE496}" dt="2026-03-12T22:06:34.564" v="7" actId="1076"/>
          <ac:grpSpMkLst>
            <pc:docMk/>
            <pc:sldMk cId="3354023916" sldId="257"/>
            <ac:grpSpMk id="34" creationId="{862051D3-40EE-97E4-B6EF-7DB72FC97B8B}"/>
          </ac:grpSpMkLst>
        </pc:grpChg>
        <pc:picChg chg="mod">
          <ac:chgData name="Toumazis, Chris" userId="b2c68c1d-705b-48b3-a63b-5fd2ac67b682" providerId="ADAL" clId="{D4ED6DE9-2F38-53BF-B7BC-99498EDCE496}" dt="2026-03-12T22:06:33.220" v="5" actId="1076"/>
          <ac:picMkLst>
            <pc:docMk/>
            <pc:sldMk cId="3354023916" sldId="257"/>
            <ac:picMk id="11" creationId="{78FD1FEB-4311-1B6E-EEE9-1FFD02245402}"/>
          </ac:picMkLst>
        </pc:picChg>
      </pc:sldChg>
      <pc:sldChg chg="addSp delSp modSp add del mod">
        <pc:chgData name="Toumazis, Chris" userId="b2c68c1d-705b-48b3-a63b-5fd2ac67b682" providerId="ADAL" clId="{D4ED6DE9-2F38-53BF-B7BC-99498EDCE496}" dt="2026-03-12T23:39:11.174" v="808" actId="2696"/>
        <pc:sldMkLst>
          <pc:docMk/>
          <pc:sldMk cId="4189400043" sldId="258"/>
        </pc:sldMkLst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4" creationId="{18859736-7291-74F9-D9D1-858AA903BE2C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6" creationId="{F746967F-2372-A09A-420E-1DA16161C4CE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7" creationId="{052B3385-AACC-3939-6E86-8E1D271EC084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8" creationId="{6D08E18D-AE8E-B0C9-53A0-462E990A9177}"/>
          </ac:spMkLst>
        </pc:spChg>
        <pc:spChg chg="add mod">
          <ac:chgData name="Toumazis, Chris" userId="b2c68c1d-705b-48b3-a63b-5fd2ac67b682" providerId="ADAL" clId="{D4ED6DE9-2F38-53BF-B7BC-99498EDCE496}" dt="2026-03-12T23:03:54.643" v="157" actId="14100"/>
          <ac:spMkLst>
            <pc:docMk/>
            <pc:sldMk cId="4189400043" sldId="258"/>
            <ac:spMk id="9" creationId="{6B0BC8AB-B56C-5442-BFFD-EB71999BBCC0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12" creationId="{C712A795-C7C7-8F5E-F456-4F06D2ADD4A0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13" creationId="{7BAC84D0-6173-53B3-E885-025CB28CBA35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14" creationId="{C629E81F-12BF-BA7C-AEF4-BF2749A63007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15" creationId="{0063060A-0C2E-7D13-CE43-8D378F078F87}"/>
          </ac:spMkLst>
        </pc:spChg>
        <pc:spChg chg="add mod">
          <ac:chgData name="Toumazis, Chris" userId="b2c68c1d-705b-48b3-a63b-5fd2ac67b682" providerId="ADAL" clId="{D4ED6DE9-2F38-53BF-B7BC-99498EDCE496}" dt="2026-03-12T23:05:16.139" v="179" actId="12788"/>
          <ac:spMkLst>
            <pc:docMk/>
            <pc:sldMk cId="4189400043" sldId="258"/>
            <ac:spMk id="16" creationId="{85D3C12B-3E01-3F0E-5255-49C4C3D5425B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18" creationId="{09D66A60-5E71-C9C6-43C7-CDD54E04E876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20" creationId="{7C711EB7-290E-6091-A96D-847D4AAC14E8}"/>
          </ac:spMkLst>
        </pc:s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2" creationId="{E7CBB56B-D523-925B-100D-F7465F50512E}"/>
          </ac:grpSpMkLst>
        </pc:gr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26" creationId="{39240B27-7E44-F5F1-BECB-B97C28D181CF}"/>
          </ac:grpSpMkLst>
        </pc:gr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34" creationId="{CFF370BF-94AF-7D90-5452-D6D91BA63933}"/>
          </ac:grpSpMkLst>
        </pc:gr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1030" creationId="{48113982-7CD1-4EA2-359D-CC302F9C4F9E}"/>
          </ac:grpSpMkLst>
        </pc:gr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1039" creationId="{4505CDDA-E233-FC73-0764-0A71929B4F10}"/>
          </ac:grpSpMkLst>
        </pc:gr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1052" creationId="{4E84CF0D-2CF6-935F-DC04-D4CCD6300A5F}"/>
          </ac:grpSpMkLst>
        </pc:gr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1065" creationId="{9EF62D34-7D8F-9501-30CF-26AAE6C45213}"/>
          </ac:grpSpMkLst>
        </pc:gr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1073" creationId="{08F46A12-4B08-D98A-DC80-556F072416B3}"/>
          </ac:grpSpMkLst>
        </pc:grpChg>
        <pc:graphicFrameChg chg="del">
          <ac:chgData name="Toumazis, Chris" userId="b2c68c1d-705b-48b3-a63b-5fd2ac67b682" providerId="ADAL" clId="{D4ED6DE9-2F38-53BF-B7BC-99498EDCE496}" dt="2026-03-12T23:03:08.353" v="123" actId="478"/>
          <ac:graphicFrameMkLst>
            <pc:docMk/>
            <pc:sldMk cId="4189400043" sldId="258"/>
            <ac:graphicFrameMk id="3" creationId="{BFCD7F09-50D9-73E9-AA15-83999CBC7263}"/>
          </ac:graphicFrameMkLst>
        </pc:graphicFrameChg>
        <pc:picChg chg="mod">
          <ac:chgData name="Toumazis, Chris" userId="b2c68c1d-705b-48b3-a63b-5fd2ac67b682" providerId="ADAL" clId="{D4ED6DE9-2F38-53BF-B7BC-99498EDCE496}" dt="2026-03-12T23:03:41.707" v="153" actId="166"/>
          <ac:picMkLst>
            <pc:docMk/>
            <pc:sldMk cId="4189400043" sldId="258"/>
            <ac:picMk id="5" creationId="{F333BB42-1C55-8CFC-A7B0-BF7539921BA4}"/>
          </ac:picMkLst>
        </pc:picChg>
        <pc:picChg chg="add mod">
          <ac:chgData name="Toumazis, Chris" userId="b2c68c1d-705b-48b3-a63b-5fd2ac67b682" providerId="ADAL" clId="{D4ED6DE9-2F38-53BF-B7BC-99498EDCE496}" dt="2026-03-12T23:04:24.888" v="164" actId="1076"/>
          <ac:picMkLst>
            <pc:docMk/>
            <pc:sldMk cId="4189400043" sldId="258"/>
            <ac:picMk id="10" creationId="{52E3D926-2AEB-9D4E-75F7-BB6DF2A6921F}"/>
          </ac:picMkLst>
        </pc:picChg>
        <pc:picChg chg="del">
          <ac:chgData name="Toumazis, Chris" userId="b2c68c1d-705b-48b3-a63b-5fd2ac67b682" providerId="ADAL" clId="{D4ED6DE9-2F38-53BF-B7BC-99498EDCE496}" dt="2026-03-12T23:03:00.987" v="122" actId="478"/>
          <ac:picMkLst>
            <pc:docMk/>
            <pc:sldMk cId="4189400043" sldId="258"/>
            <ac:picMk id="11" creationId="{77816BAE-1777-C670-B2B6-F02DA83537BE}"/>
          </ac:picMkLst>
        </pc:picChg>
        <pc:picChg chg="add mod modCrop">
          <ac:chgData name="Toumazis, Chris" userId="b2c68c1d-705b-48b3-a63b-5fd2ac67b682" providerId="ADAL" clId="{D4ED6DE9-2F38-53BF-B7BC-99498EDCE496}" dt="2026-03-12T23:05:20.238" v="180" actId="14100"/>
          <ac:picMkLst>
            <pc:docMk/>
            <pc:sldMk cId="4189400043" sldId="258"/>
            <ac:picMk id="17" creationId="{D24D55A7-82AF-9358-50AD-A894C59DD94E}"/>
          </ac:picMkLst>
        </pc:picChg>
        <pc:picChg chg="del">
          <ac:chgData name="Toumazis, Chris" userId="b2c68c1d-705b-48b3-a63b-5fd2ac67b682" providerId="ADAL" clId="{D4ED6DE9-2F38-53BF-B7BC-99498EDCE496}" dt="2026-03-12T23:03:00.987" v="122" actId="478"/>
          <ac:picMkLst>
            <pc:docMk/>
            <pc:sldMk cId="4189400043" sldId="258"/>
            <ac:picMk id="19" creationId="{775CE70F-E890-7E03-646F-14284BB0F67F}"/>
          </ac:picMkLst>
        </pc:picChg>
        <pc:picChg chg="add del mod">
          <ac:chgData name="Toumazis, Chris" userId="b2c68c1d-705b-48b3-a63b-5fd2ac67b682" providerId="ADAL" clId="{D4ED6DE9-2F38-53BF-B7BC-99498EDCE496}" dt="2026-03-12T23:05:37.835" v="183" actId="478"/>
          <ac:picMkLst>
            <pc:docMk/>
            <pc:sldMk cId="4189400043" sldId="258"/>
            <ac:picMk id="22" creationId="{84CCD1E4-9556-1EC3-5B28-5A13AD7C1F70}"/>
          </ac:picMkLst>
        </pc:picChg>
        <pc:picChg chg="add mod modCrop">
          <ac:chgData name="Toumazis, Chris" userId="b2c68c1d-705b-48b3-a63b-5fd2ac67b682" providerId="ADAL" clId="{D4ED6DE9-2F38-53BF-B7BC-99498EDCE496}" dt="2026-03-12T23:06:44.738" v="201" actId="14100"/>
          <ac:picMkLst>
            <pc:docMk/>
            <pc:sldMk cId="4189400043" sldId="258"/>
            <ac:picMk id="23" creationId="{949F8924-F6B6-FB2E-8508-C3B5BD97626D}"/>
          </ac:picMkLst>
        </pc:picChg>
      </pc:sldChg>
      <pc:sldChg chg="add del">
        <pc:chgData name="Toumazis, Chris" userId="b2c68c1d-705b-48b3-a63b-5fd2ac67b682" providerId="ADAL" clId="{D4ED6DE9-2F38-53BF-B7BC-99498EDCE496}" dt="2026-03-12T23:07:16.923" v="206"/>
        <pc:sldMkLst>
          <pc:docMk/>
          <pc:sldMk cId="10436760" sldId="259"/>
        </pc:sldMkLst>
      </pc:sldChg>
      <pc:sldChg chg="add del">
        <pc:chgData name="Toumazis, Chris" userId="b2c68c1d-705b-48b3-a63b-5fd2ac67b682" providerId="ADAL" clId="{D4ED6DE9-2F38-53BF-B7BC-99498EDCE496}" dt="2026-03-12T23:07:31.500" v="211" actId="2696"/>
        <pc:sldMkLst>
          <pc:docMk/>
          <pc:sldMk cId="2740743292" sldId="259"/>
        </pc:sldMkLst>
      </pc:sldChg>
      <pc:sldChg chg="modSp add del mod">
        <pc:chgData name="Toumazis, Chris" userId="b2c68c1d-705b-48b3-a63b-5fd2ac67b682" providerId="ADAL" clId="{D4ED6DE9-2F38-53BF-B7BC-99498EDCE496}" dt="2026-03-12T23:39:11.436" v="809" actId="2696"/>
        <pc:sldMkLst>
          <pc:docMk/>
          <pc:sldMk cId="693504347" sldId="260"/>
        </pc:sldMkLst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4" creationId="{18859736-7291-74F9-D9D1-858AA903BE2C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6" creationId="{F746967F-2372-A09A-420E-1DA16161C4CE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7" creationId="{052B3385-AACC-3939-6E86-8E1D271EC084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8" creationId="{6D08E18D-AE8E-B0C9-53A0-462E990A9177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12" creationId="{C712A795-C7C7-8F5E-F456-4F06D2ADD4A0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13" creationId="{7BAC84D0-6173-53B3-E885-025CB28CBA35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14" creationId="{C629E81F-12BF-BA7C-AEF4-BF2749A63007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15" creationId="{0063060A-0C2E-7D13-CE43-8D378F078F87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18" creationId="{09D66A60-5E71-C9C6-43C7-CDD54E04E876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20" creationId="{7C711EB7-290E-6091-A96D-847D4AAC14E8}"/>
          </ac:spMkLst>
        </pc:spChg>
      </pc:sldChg>
      <pc:sldChg chg="addSp delSp modSp add del mod">
        <pc:chgData name="Toumazis, Chris" userId="b2c68c1d-705b-48b3-a63b-5fd2ac67b682" providerId="ADAL" clId="{D4ED6DE9-2F38-53BF-B7BC-99498EDCE496}" dt="2026-03-12T23:39:10.915" v="807" actId="2696"/>
        <pc:sldMkLst>
          <pc:docMk/>
          <pc:sldMk cId="79527808" sldId="261"/>
        </pc:sldMkLst>
        <pc:spChg chg="mod">
          <ac:chgData name="Toumazis, Chris" userId="b2c68c1d-705b-48b3-a63b-5fd2ac67b682" providerId="ADAL" clId="{D4ED6DE9-2F38-53BF-B7BC-99498EDCE496}" dt="2026-03-12T23:12:29.565" v="309" actId="207"/>
          <ac:spMkLst>
            <pc:docMk/>
            <pc:sldMk cId="79527808" sldId="261"/>
            <ac:spMk id="4" creationId="{18859736-7291-74F9-D9D1-858AA903BE2C}"/>
          </ac:spMkLst>
        </pc:spChg>
        <pc:spChg chg="mod">
          <ac:chgData name="Toumazis, Chris" userId="b2c68c1d-705b-48b3-a63b-5fd2ac67b682" providerId="ADAL" clId="{D4ED6DE9-2F38-53BF-B7BC-99498EDCE496}" dt="2026-03-12T23:15:25.375" v="364" actId="12788"/>
          <ac:spMkLst>
            <pc:docMk/>
            <pc:sldMk cId="79527808" sldId="261"/>
            <ac:spMk id="6" creationId="{F746967F-2372-A09A-420E-1DA16161C4CE}"/>
          </ac:spMkLst>
        </pc:spChg>
        <pc:spChg chg="mod">
          <ac:chgData name="Toumazis, Chris" userId="b2c68c1d-705b-48b3-a63b-5fd2ac67b682" providerId="ADAL" clId="{D4ED6DE9-2F38-53BF-B7BC-99498EDCE496}" dt="2026-03-12T23:15:22.680" v="360" actId="12788"/>
          <ac:spMkLst>
            <pc:docMk/>
            <pc:sldMk cId="79527808" sldId="261"/>
            <ac:spMk id="7" creationId="{052B3385-AACC-3939-6E86-8E1D271EC084}"/>
          </ac:spMkLst>
        </pc:spChg>
        <pc:spChg chg="mod">
          <ac:chgData name="Toumazis, Chris" userId="b2c68c1d-705b-48b3-a63b-5fd2ac67b682" providerId="ADAL" clId="{D4ED6DE9-2F38-53BF-B7BC-99498EDCE496}" dt="2026-03-12T23:13:18.354" v="316" actId="1076"/>
          <ac:spMkLst>
            <pc:docMk/>
            <pc:sldMk cId="79527808" sldId="261"/>
            <ac:spMk id="8" creationId="{6D08E18D-AE8E-B0C9-53A0-462E990A9177}"/>
          </ac:spMkLst>
        </pc:spChg>
        <pc:spChg chg="mod topLvl">
          <ac:chgData name="Toumazis, Chris" userId="b2c68c1d-705b-48b3-a63b-5fd2ac67b682" providerId="ADAL" clId="{D4ED6DE9-2F38-53BF-B7BC-99498EDCE496}" dt="2026-03-12T23:15:23.180" v="361" actId="164"/>
          <ac:spMkLst>
            <pc:docMk/>
            <pc:sldMk cId="79527808" sldId="261"/>
            <ac:spMk id="9" creationId="{6B0BC8AB-B56C-5442-BFFD-EB71999BBCC0}"/>
          </ac:spMkLst>
        </pc:spChg>
        <pc:spChg chg="add mod topLvl">
          <ac:chgData name="Toumazis, Chris" userId="b2c68c1d-705b-48b3-a63b-5fd2ac67b682" providerId="ADAL" clId="{D4ED6DE9-2F38-53BF-B7BC-99498EDCE496}" dt="2026-03-12T23:16:22.870" v="376" actId="12788"/>
          <ac:spMkLst>
            <pc:docMk/>
            <pc:sldMk cId="79527808" sldId="261"/>
            <ac:spMk id="11" creationId="{BEB7C732-5B39-BB2F-1D05-9C82ED28BF31}"/>
          </ac:spMkLst>
        </pc:spChg>
        <pc:spChg chg="mod">
          <ac:chgData name="Toumazis, Chris" userId="b2c68c1d-705b-48b3-a63b-5fd2ac67b682" providerId="ADAL" clId="{D4ED6DE9-2F38-53BF-B7BC-99498EDCE496}" dt="2026-03-12T23:14:03.921" v="331" actId="12788"/>
          <ac:spMkLst>
            <pc:docMk/>
            <pc:sldMk cId="79527808" sldId="261"/>
            <ac:spMk id="16" creationId="{85D3C12B-3E01-3F0E-5255-49C4C3D5425B}"/>
          </ac:spMkLst>
        </pc:spChg>
        <pc:spChg chg="mod topLvl">
          <ac:chgData name="Toumazis, Chris" userId="b2c68c1d-705b-48b3-a63b-5fd2ac67b682" providerId="ADAL" clId="{D4ED6DE9-2F38-53BF-B7BC-99498EDCE496}" dt="2026-03-12T23:14:08.134" v="332" actId="12788"/>
          <ac:spMkLst>
            <pc:docMk/>
            <pc:sldMk cId="79527808" sldId="261"/>
            <ac:spMk id="25" creationId="{0C09E3B8-C655-8B16-4D58-FDB94854B360}"/>
          </ac:spMkLst>
        </pc:spChg>
        <pc:grpChg chg="add del mod">
          <ac:chgData name="Toumazis, Chris" userId="b2c68c1d-705b-48b3-a63b-5fd2ac67b682" providerId="ADAL" clId="{D4ED6DE9-2F38-53BF-B7BC-99498EDCE496}" dt="2026-03-12T23:14:36.199" v="342" actId="165"/>
          <ac:grpSpMkLst>
            <pc:docMk/>
            <pc:sldMk cId="79527808" sldId="261"/>
            <ac:grpSpMk id="22" creationId="{E276A62F-64AF-90B8-7BF6-F3B36AD04675}"/>
          </ac:grpSpMkLst>
        </pc:grpChg>
        <pc:grpChg chg="add del mod">
          <ac:chgData name="Toumazis, Chris" userId="b2c68c1d-705b-48b3-a63b-5fd2ac67b682" providerId="ADAL" clId="{D4ED6DE9-2F38-53BF-B7BC-99498EDCE496}" dt="2026-03-12T23:11:36.204" v="243" actId="165"/>
          <ac:grpSpMkLst>
            <pc:docMk/>
            <pc:sldMk cId="79527808" sldId="261"/>
            <ac:grpSpMk id="24" creationId="{87EFC0DB-AD8B-94ED-0D85-A2A2EDED5A82}"/>
          </ac:grpSpMkLst>
        </pc:grpChg>
        <pc:grpChg chg="add del mod">
          <ac:chgData name="Toumazis, Chris" userId="b2c68c1d-705b-48b3-a63b-5fd2ac67b682" providerId="ADAL" clId="{D4ED6DE9-2F38-53BF-B7BC-99498EDCE496}" dt="2026-03-12T23:15:23.180" v="361" actId="164"/>
          <ac:grpSpMkLst>
            <pc:docMk/>
            <pc:sldMk cId="79527808" sldId="261"/>
            <ac:grpSpMk id="28" creationId="{C0929E64-0414-329C-8AD0-3FC27C6C0943}"/>
          </ac:grpSpMkLst>
        </pc:grpChg>
        <pc:graphicFrameChg chg="add mod modVis">
          <ac:chgData name="Toumazis, Chris" userId="b2c68c1d-705b-48b3-a63b-5fd2ac67b682" providerId="ADAL" clId="{D4ED6DE9-2F38-53BF-B7BC-99498EDCE496}" dt="2026-03-12T23:16:55.408" v="381" actId="572"/>
          <ac:graphicFrameMkLst>
            <pc:docMk/>
            <pc:sldMk cId="79527808" sldId="261"/>
            <ac:graphicFrameMk id="2" creationId="{AA768B4D-4548-8234-CABA-CDE114553CA8}"/>
          </ac:graphicFrameMkLst>
        </pc:graphicFrameChg>
        <pc:picChg chg="add del mod topLvl">
          <ac:chgData name="Toumazis, Chris" userId="b2c68c1d-705b-48b3-a63b-5fd2ac67b682" providerId="ADAL" clId="{D4ED6DE9-2F38-53BF-B7BC-99498EDCE496}" dt="2026-03-12T23:16:09.737" v="367" actId="478"/>
          <ac:picMkLst>
            <pc:docMk/>
            <pc:sldMk cId="79527808" sldId="261"/>
            <ac:picMk id="3" creationId="{16E71CB5-82B1-7E63-18D5-8F1415C89405}"/>
          </ac:picMkLst>
        </pc:picChg>
        <pc:picChg chg="mod topLvl">
          <ac:chgData name="Toumazis, Chris" userId="b2c68c1d-705b-48b3-a63b-5fd2ac67b682" providerId="ADAL" clId="{D4ED6DE9-2F38-53BF-B7BC-99498EDCE496}" dt="2026-03-12T23:15:23.180" v="361" actId="164"/>
          <ac:picMkLst>
            <pc:docMk/>
            <pc:sldMk cId="79527808" sldId="261"/>
            <ac:picMk id="5" creationId="{F333BB42-1C55-8CFC-A7B0-BF7539921BA4}"/>
          </ac:picMkLst>
        </pc:picChg>
        <pc:picChg chg="mod topLvl">
          <ac:chgData name="Toumazis, Chris" userId="b2c68c1d-705b-48b3-a63b-5fd2ac67b682" providerId="ADAL" clId="{D4ED6DE9-2F38-53BF-B7BC-99498EDCE496}" dt="2026-03-12T23:15:26.243" v="366" actId="1076"/>
          <ac:picMkLst>
            <pc:docMk/>
            <pc:sldMk cId="79527808" sldId="261"/>
            <ac:picMk id="10" creationId="{52E3D926-2AEB-9D4E-75F7-BB6DF2A6921F}"/>
          </ac:picMkLst>
        </pc:picChg>
        <pc:picChg chg="add mod">
          <ac:chgData name="Toumazis, Chris" userId="b2c68c1d-705b-48b3-a63b-5fd2ac67b682" providerId="ADAL" clId="{D4ED6DE9-2F38-53BF-B7BC-99498EDCE496}" dt="2026-03-12T23:14:08.134" v="332" actId="12788"/>
          <ac:picMkLst>
            <pc:docMk/>
            <pc:sldMk cId="79527808" sldId="261"/>
            <ac:picMk id="19" creationId="{41EBB396-271B-E332-0C3F-8EACE501E09C}"/>
          </ac:picMkLst>
        </pc:picChg>
        <pc:picChg chg="add del mod">
          <ac:chgData name="Toumazis, Chris" userId="b2c68c1d-705b-48b3-a63b-5fd2ac67b682" providerId="ADAL" clId="{D4ED6DE9-2F38-53BF-B7BC-99498EDCE496}" dt="2026-03-12T23:13:06.372" v="315" actId="478"/>
          <ac:picMkLst>
            <pc:docMk/>
            <pc:sldMk cId="79527808" sldId="261"/>
            <ac:picMk id="21" creationId="{448C1AF6-1826-EF2F-4F3F-7F939ED9F1C0}"/>
          </ac:picMkLst>
        </pc:picChg>
        <pc:picChg chg="mod">
          <ac:chgData name="Toumazis, Chris" userId="b2c68c1d-705b-48b3-a63b-5fd2ac67b682" providerId="ADAL" clId="{D4ED6DE9-2F38-53BF-B7BC-99498EDCE496}" dt="2026-03-12T23:14:03.921" v="331" actId="12788"/>
          <ac:picMkLst>
            <pc:docMk/>
            <pc:sldMk cId="79527808" sldId="261"/>
            <ac:picMk id="23" creationId="{949F8924-F6B6-FB2E-8508-C3B5BD97626D}"/>
          </ac:picMkLst>
        </pc:picChg>
        <pc:picChg chg="mod topLvl">
          <ac:chgData name="Toumazis, Chris" userId="b2c68c1d-705b-48b3-a63b-5fd2ac67b682" providerId="ADAL" clId="{D4ED6DE9-2F38-53BF-B7BC-99498EDCE496}" dt="2026-03-12T23:11:36.204" v="243" actId="165"/>
          <ac:picMkLst>
            <pc:docMk/>
            <pc:sldMk cId="79527808" sldId="261"/>
            <ac:picMk id="26" creationId="{7A0EB6AC-DC6B-1198-C2B3-D0D1526A6816}"/>
          </ac:picMkLst>
        </pc:picChg>
        <pc:picChg chg="add mod">
          <ac:chgData name="Toumazis, Chris" userId="b2c68c1d-705b-48b3-a63b-5fd2ac67b682" providerId="ADAL" clId="{D4ED6DE9-2F38-53BF-B7BC-99498EDCE496}" dt="2026-03-12T23:15:25.375" v="364" actId="12788"/>
          <ac:picMkLst>
            <pc:docMk/>
            <pc:sldMk cId="79527808" sldId="261"/>
            <ac:picMk id="27" creationId="{35EAF0EF-A065-2325-015D-D2055D514C79}"/>
          </ac:picMkLst>
        </pc:picChg>
        <pc:picChg chg="add mod">
          <ac:chgData name="Toumazis, Chris" userId="b2c68c1d-705b-48b3-a63b-5fd2ac67b682" providerId="ADAL" clId="{D4ED6DE9-2F38-53BF-B7BC-99498EDCE496}" dt="2026-03-12T23:16:27.018" v="377" actId="14100"/>
          <ac:picMkLst>
            <pc:docMk/>
            <pc:sldMk cId="79527808" sldId="261"/>
            <ac:picMk id="30" creationId="{D7ACF7E1-6BEA-66D6-CBF2-4195525D99BA}"/>
          </ac:picMkLst>
        </pc:picChg>
      </pc:sldChg>
      <pc:sldChg chg="addSp delSp modSp add del mod">
        <pc:chgData name="Toumazis, Chris" userId="b2c68c1d-705b-48b3-a63b-5fd2ac67b682" providerId="ADAL" clId="{D4ED6DE9-2F38-53BF-B7BC-99498EDCE496}" dt="2026-03-12T23:41:31.570" v="839" actId="2696"/>
        <pc:sldMkLst>
          <pc:docMk/>
          <pc:sldMk cId="2572094029" sldId="262"/>
        </pc:sldMkLst>
        <pc:spChg chg="mod topLvl">
          <ac:chgData name="Toumazis, Chris" userId="b2c68c1d-705b-48b3-a63b-5fd2ac67b682" providerId="ADAL" clId="{D4ED6DE9-2F38-53BF-B7BC-99498EDCE496}" dt="2026-03-12T23:27:04.645" v="518" actId="14100"/>
          <ac:spMkLst>
            <pc:docMk/>
            <pc:sldMk cId="2572094029" sldId="262"/>
            <ac:spMk id="4" creationId="{18859736-7291-74F9-D9D1-858AA903BE2C}"/>
          </ac:spMkLst>
        </pc:spChg>
        <pc:spChg chg="mod topLvl">
          <ac:chgData name="Toumazis, Chris" userId="b2c68c1d-705b-48b3-a63b-5fd2ac67b682" providerId="ADAL" clId="{D4ED6DE9-2F38-53BF-B7BC-99498EDCE496}" dt="2026-03-12T23:37:00.514" v="780" actId="1076"/>
          <ac:spMkLst>
            <pc:docMk/>
            <pc:sldMk cId="2572094029" sldId="262"/>
            <ac:spMk id="6" creationId="{F746967F-2372-A09A-420E-1DA16161C4CE}"/>
          </ac:spMkLst>
        </pc:spChg>
        <pc:spChg chg="mod topLvl">
          <ac:chgData name="Toumazis, Chris" userId="b2c68c1d-705b-48b3-a63b-5fd2ac67b682" providerId="ADAL" clId="{D4ED6DE9-2F38-53BF-B7BC-99498EDCE496}" dt="2026-03-12T23:26:57.938" v="517" actId="14100"/>
          <ac:spMkLst>
            <pc:docMk/>
            <pc:sldMk cId="2572094029" sldId="262"/>
            <ac:spMk id="7" creationId="{052B3385-AACC-3939-6E86-8E1D271EC084}"/>
          </ac:spMkLst>
        </pc:spChg>
        <pc:spChg chg="mod topLvl">
          <ac:chgData name="Toumazis, Chris" userId="b2c68c1d-705b-48b3-a63b-5fd2ac67b682" providerId="ADAL" clId="{D4ED6DE9-2F38-53BF-B7BC-99498EDCE496}" dt="2026-03-12T23:25:15.373" v="489" actId="165"/>
          <ac:spMkLst>
            <pc:docMk/>
            <pc:sldMk cId="2572094029" sldId="262"/>
            <ac:spMk id="8" creationId="{6D08E18D-AE8E-B0C9-53A0-462E990A9177}"/>
          </ac:spMkLst>
        </pc:spChg>
        <pc:spChg chg="mod topLvl">
          <ac:chgData name="Toumazis, Chris" userId="b2c68c1d-705b-48b3-a63b-5fd2ac67b682" providerId="ADAL" clId="{D4ED6DE9-2F38-53BF-B7BC-99498EDCE496}" dt="2026-03-12T23:25:51.703" v="502" actId="14861"/>
          <ac:spMkLst>
            <pc:docMk/>
            <pc:sldMk cId="2572094029" sldId="262"/>
            <ac:spMk id="9" creationId="{6B0BC8AB-B56C-5442-BFFD-EB71999BBCC0}"/>
          </ac:spMkLst>
        </pc:spChg>
        <pc:spChg chg="mod topLvl">
          <ac:chgData name="Toumazis, Chris" userId="b2c68c1d-705b-48b3-a63b-5fd2ac67b682" providerId="ADAL" clId="{D4ED6DE9-2F38-53BF-B7BC-99498EDCE496}" dt="2026-03-12T23:26:03.813" v="503" actId="167"/>
          <ac:spMkLst>
            <pc:docMk/>
            <pc:sldMk cId="2572094029" sldId="262"/>
            <ac:spMk id="11" creationId="{BEB7C732-5B39-BB2F-1D05-9C82ED28BF31}"/>
          </ac:spMkLst>
        </pc:spChg>
        <pc:spChg chg="del mod">
          <ac:chgData name="Toumazis, Chris" userId="b2c68c1d-705b-48b3-a63b-5fd2ac67b682" providerId="ADAL" clId="{D4ED6DE9-2F38-53BF-B7BC-99498EDCE496}" dt="2026-03-12T23:21:51.805" v="458" actId="478"/>
          <ac:spMkLst>
            <pc:docMk/>
            <pc:sldMk cId="2572094029" sldId="262"/>
            <ac:spMk id="12" creationId="{C712A795-C7C7-8F5E-F456-4F06D2ADD4A0}"/>
          </ac:spMkLst>
        </pc:spChg>
        <pc:spChg chg="del mod">
          <ac:chgData name="Toumazis, Chris" userId="b2c68c1d-705b-48b3-a63b-5fd2ac67b682" providerId="ADAL" clId="{D4ED6DE9-2F38-53BF-B7BC-99498EDCE496}" dt="2026-03-12T23:21:51.805" v="458" actId="478"/>
          <ac:spMkLst>
            <pc:docMk/>
            <pc:sldMk cId="2572094029" sldId="262"/>
            <ac:spMk id="13" creationId="{7BAC84D0-6173-53B3-E885-025CB28CBA35}"/>
          </ac:spMkLst>
        </pc:spChg>
        <pc:spChg chg="del mod">
          <ac:chgData name="Toumazis, Chris" userId="b2c68c1d-705b-48b3-a63b-5fd2ac67b682" providerId="ADAL" clId="{D4ED6DE9-2F38-53BF-B7BC-99498EDCE496}" dt="2026-03-12T23:21:51.805" v="458" actId="478"/>
          <ac:spMkLst>
            <pc:docMk/>
            <pc:sldMk cId="2572094029" sldId="262"/>
            <ac:spMk id="14" creationId="{C629E81F-12BF-BA7C-AEF4-BF2749A63007}"/>
          </ac:spMkLst>
        </pc:spChg>
        <pc:spChg chg="del mod">
          <ac:chgData name="Toumazis, Chris" userId="b2c68c1d-705b-48b3-a63b-5fd2ac67b682" providerId="ADAL" clId="{D4ED6DE9-2F38-53BF-B7BC-99498EDCE496}" dt="2026-03-12T23:21:51.805" v="458" actId="478"/>
          <ac:spMkLst>
            <pc:docMk/>
            <pc:sldMk cId="2572094029" sldId="262"/>
            <ac:spMk id="15" creationId="{0063060A-0C2E-7D13-CE43-8D378F078F87}"/>
          </ac:spMkLst>
        </pc:spChg>
        <pc:spChg chg="mod topLvl">
          <ac:chgData name="Toumazis, Chris" userId="b2c68c1d-705b-48b3-a63b-5fd2ac67b682" providerId="ADAL" clId="{D4ED6DE9-2F38-53BF-B7BC-99498EDCE496}" dt="2026-03-12T23:25:51.703" v="502" actId="14861"/>
          <ac:spMkLst>
            <pc:docMk/>
            <pc:sldMk cId="2572094029" sldId="262"/>
            <ac:spMk id="16" creationId="{85D3C12B-3E01-3F0E-5255-49C4C3D5425B}"/>
          </ac:spMkLst>
        </pc:spChg>
        <pc:spChg chg="del">
          <ac:chgData name="Toumazis, Chris" userId="b2c68c1d-705b-48b3-a63b-5fd2ac67b682" providerId="ADAL" clId="{D4ED6DE9-2F38-53BF-B7BC-99498EDCE496}" dt="2026-03-12T23:17:37.234" v="386" actId="478"/>
          <ac:spMkLst>
            <pc:docMk/>
            <pc:sldMk cId="2572094029" sldId="262"/>
            <ac:spMk id="18" creationId="{09D66A60-5E71-C9C6-43C7-CDD54E04E876}"/>
          </ac:spMkLst>
        </pc:spChg>
        <pc:spChg chg="del">
          <ac:chgData name="Toumazis, Chris" userId="b2c68c1d-705b-48b3-a63b-5fd2ac67b682" providerId="ADAL" clId="{D4ED6DE9-2F38-53BF-B7BC-99498EDCE496}" dt="2026-03-12T23:17:37.234" v="386" actId="478"/>
          <ac:spMkLst>
            <pc:docMk/>
            <pc:sldMk cId="2572094029" sldId="262"/>
            <ac:spMk id="20" creationId="{7C711EB7-290E-6091-A96D-847D4AAC14E8}"/>
          </ac:spMkLst>
        </pc:spChg>
        <pc:spChg chg="mod topLvl">
          <ac:chgData name="Toumazis, Chris" userId="b2c68c1d-705b-48b3-a63b-5fd2ac67b682" providerId="ADAL" clId="{D4ED6DE9-2F38-53BF-B7BC-99498EDCE496}" dt="2026-03-12T23:26:03.813" v="503" actId="167"/>
          <ac:spMkLst>
            <pc:docMk/>
            <pc:sldMk cId="2572094029" sldId="262"/>
            <ac:spMk id="25" creationId="{0C09E3B8-C655-8B16-4D58-FDB94854B360}"/>
          </ac:spMkLst>
        </pc:spChg>
        <pc:spChg chg="add del mod topLvl">
          <ac:chgData name="Toumazis, Chris" userId="b2c68c1d-705b-48b3-a63b-5fd2ac67b682" providerId="ADAL" clId="{D4ED6DE9-2F38-53BF-B7BC-99498EDCE496}" dt="2026-03-12T23:36:22.381" v="765" actId="478"/>
          <ac:spMkLst>
            <pc:docMk/>
            <pc:sldMk cId="2572094029" sldId="262"/>
            <ac:spMk id="33" creationId="{E6C6EFC1-480E-E389-42F2-7B461EE7D083}"/>
          </ac:spMkLst>
        </pc:spChg>
        <pc:spChg chg="mod topLvl">
          <ac:chgData name="Toumazis, Chris" userId="b2c68c1d-705b-48b3-a63b-5fd2ac67b682" providerId="ADAL" clId="{D4ED6DE9-2F38-53BF-B7BC-99498EDCE496}" dt="2026-03-12T23:37:12.452" v="786" actId="12789"/>
          <ac:spMkLst>
            <pc:docMk/>
            <pc:sldMk cId="2572094029" sldId="262"/>
            <ac:spMk id="34" creationId="{88B87748-2A19-66F0-5B20-E3418D16C841}"/>
          </ac:spMkLst>
        </pc:spChg>
        <pc:spChg chg="mod topLvl">
          <ac:chgData name="Toumazis, Chris" userId="b2c68c1d-705b-48b3-a63b-5fd2ac67b682" providerId="ADAL" clId="{D4ED6DE9-2F38-53BF-B7BC-99498EDCE496}" dt="2026-03-12T23:30:25.970" v="639" actId="12789"/>
          <ac:spMkLst>
            <pc:docMk/>
            <pc:sldMk cId="2572094029" sldId="262"/>
            <ac:spMk id="35" creationId="{B5B33C41-83A8-826C-A7BC-F1D939530829}"/>
          </ac:spMkLst>
        </pc:spChg>
        <pc:spChg chg="mod topLvl">
          <ac:chgData name="Toumazis, Chris" userId="b2c68c1d-705b-48b3-a63b-5fd2ac67b682" providerId="ADAL" clId="{D4ED6DE9-2F38-53BF-B7BC-99498EDCE496}" dt="2026-03-12T23:24:57.503" v="486" actId="12789"/>
          <ac:spMkLst>
            <pc:docMk/>
            <pc:sldMk cId="2572094029" sldId="262"/>
            <ac:spMk id="36" creationId="{FE1CE4AD-008F-9B66-4F2B-30F0C558E86B}"/>
          </ac:spMkLst>
        </pc:spChg>
        <pc:spChg chg="mod topLvl">
          <ac:chgData name="Toumazis, Chris" userId="b2c68c1d-705b-48b3-a63b-5fd2ac67b682" providerId="ADAL" clId="{D4ED6DE9-2F38-53BF-B7BC-99498EDCE496}" dt="2026-03-12T23:26:03.813" v="503" actId="167"/>
          <ac:spMkLst>
            <pc:docMk/>
            <pc:sldMk cId="2572094029" sldId="262"/>
            <ac:spMk id="37" creationId="{2DED4749-00F7-118C-0FED-6BD199CC9987}"/>
          </ac:spMkLst>
        </pc:spChg>
        <pc:spChg chg="mod topLvl">
          <ac:chgData name="Toumazis, Chris" userId="b2c68c1d-705b-48b3-a63b-5fd2ac67b682" providerId="ADAL" clId="{D4ED6DE9-2F38-53BF-B7BC-99498EDCE496}" dt="2026-03-12T23:28:18.979" v="530" actId="12789"/>
          <ac:spMkLst>
            <pc:docMk/>
            <pc:sldMk cId="2572094029" sldId="262"/>
            <ac:spMk id="40" creationId="{600977D3-C863-04DA-014F-6224D52B89CE}"/>
          </ac:spMkLst>
        </pc:spChg>
        <pc:spChg chg="mod topLvl">
          <ac:chgData name="Toumazis, Chris" userId="b2c68c1d-705b-48b3-a63b-5fd2ac67b682" providerId="ADAL" clId="{D4ED6DE9-2F38-53BF-B7BC-99498EDCE496}" dt="2026-03-12T23:25:51.703" v="502" actId="14861"/>
          <ac:spMkLst>
            <pc:docMk/>
            <pc:sldMk cId="2572094029" sldId="262"/>
            <ac:spMk id="44" creationId="{1305A4FC-D3F5-A07A-FEA5-F8E858DC6BCA}"/>
          </ac:spMkLst>
        </pc:spChg>
        <pc:spChg chg="mod topLvl">
          <ac:chgData name="Toumazis, Chris" userId="b2c68c1d-705b-48b3-a63b-5fd2ac67b682" providerId="ADAL" clId="{D4ED6DE9-2F38-53BF-B7BC-99498EDCE496}" dt="2026-03-12T23:38:51.787" v="803" actId="12788"/>
          <ac:spMkLst>
            <pc:docMk/>
            <pc:sldMk cId="2572094029" sldId="262"/>
            <ac:spMk id="47" creationId="{CFFF31DD-6028-4644-0C50-FD81A4BF6B70}"/>
          </ac:spMkLst>
        </pc:spChg>
        <pc:spChg chg="add del mod">
          <ac:chgData name="Toumazis, Chris" userId="b2c68c1d-705b-48b3-a63b-5fd2ac67b682" providerId="ADAL" clId="{D4ED6DE9-2F38-53BF-B7BC-99498EDCE496}" dt="2026-03-12T23:30:40.118" v="644" actId="47"/>
          <ac:spMkLst>
            <pc:docMk/>
            <pc:sldMk cId="2572094029" sldId="262"/>
            <ac:spMk id="56" creationId="{4E9004D2-41A7-2A38-C436-3C8FB67227B6}"/>
          </ac:spMkLst>
        </pc:spChg>
        <pc:spChg chg="add del mod">
          <ac:chgData name="Toumazis, Chris" userId="b2c68c1d-705b-48b3-a63b-5fd2ac67b682" providerId="ADAL" clId="{D4ED6DE9-2F38-53BF-B7BC-99498EDCE496}" dt="2026-03-12T23:39:02.449" v="806" actId="478"/>
          <ac:spMkLst>
            <pc:docMk/>
            <pc:sldMk cId="2572094029" sldId="262"/>
            <ac:spMk id="61" creationId="{0D63AA7C-E484-76B1-7377-7B63DA0B1D79}"/>
          </ac:spMkLst>
        </pc:spChg>
        <pc:grpChg chg="add mod">
          <ac:chgData name="Toumazis, Chris" userId="b2c68c1d-705b-48b3-a63b-5fd2ac67b682" providerId="ADAL" clId="{D4ED6DE9-2F38-53BF-B7BC-99498EDCE496}" dt="2026-03-12T23:17:53.914" v="389" actId="1076"/>
          <ac:grpSpMkLst>
            <pc:docMk/>
            <pc:sldMk cId="2572094029" sldId="262"/>
            <ac:grpSpMk id="3" creationId="{BF1AA2FB-8AC4-706B-8B2E-9F08F44E96E9}"/>
          </ac:grpSpMkLst>
        </pc:grpChg>
        <pc:grpChg chg="add del mod">
          <ac:chgData name="Toumazis, Chris" userId="b2c68c1d-705b-48b3-a63b-5fd2ac67b682" providerId="ADAL" clId="{D4ED6DE9-2F38-53BF-B7BC-99498EDCE496}" dt="2026-03-12T23:20:43.447" v="453" actId="165"/>
          <ac:grpSpMkLst>
            <pc:docMk/>
            <pc:sldMk cId="2572094029" sldId="262"/>
            <ac:grpSpMk id="21" creationId="{BF4CD3D2-B23B-1D33-A9A5-F4B3CE5D85B5}"/>
          </ac:grpSpMkLst>
        </pc:grpChg>
        <pc:grpChg chg="add del mod">
          <ac:chgData name="Toumazis, Chris" userId="b2c68c1d-705b-48b3-a63b-5fd2ac67b682" providerId="ADAL" clId="{D4ED6DE9-2F38-53BF-B7BC-99498EDCE496}" dt="2026-03-12T23:20:43.447" v="453" actId="165"/>
          <ac:grpSpMkLst>
            <pc:docMk/>
            <pc:sldMk cId="2572094029" sldId="262"/>
            <ac:grpSpMk id="22" creationId="{A93C2CAA-8C69-DE7A-8AD7-E49EB9F7B219}"/>
          </ac:grpSpMkLst>
        </pc:grpChg>
        <pc:grpChg chg="add del mod">
          <ac:chgData name="Toumazis, Chris" userId="b2c68c1d-705b-48b3-a63b-5fd2ac67b682" providerId="ADAL" clId="{D4ED6DE9-2F38-53BF-B7BC-99498EDCE496}" dt="2026-03-12T23:20:29.613" v="449" actId="165"/>
          <ac:grpSpMkLst>
            <pc:docMk/>
            <pc:sldMk cId="2572094029" sldId="262"/>
            <ac:grpSpMk id="24" creationId="{B87FDED9-CA00-1917-2B5B-3FB1E366C3E9}"/>
          </ac:grpSpMkLst>
        </pc:grpChg>
        <pc:grpChg chg="add del mod">
          <ac:chgData name="Toumazis, Chris" userId="b2c68c1d-705b-48b3-a63b-5fd2ac67b682" providerId="ADAL" clId="{D4ED6DE9-2F38-53BF-B7BC-99498EDCE496}" dt="2026-03-12T23:20:43.447" v="453" actId="165"/>
          <ac:grpSpMkLst>
            <pc:docMk/>
            <pc:sldMk cId="2572094029" sldId="262"/>
            <ac:grpSpMk id="28" creationId="{2DAC2CC9-7AAE-ABBF-CD36-EBEA8107AECD}"/>
          </ac:grpSpMkLst>
        </pc:grpChg>
        <pc:grpChg chg="add mod">
          <ac:chgData name="Toumazis, Chris" userId="b2c68c1d-705b-48b3-a63b-5fd2ac67b682" providerId="ADAL" clId="{D4ED6DE9-2F38-53BF-B7BC-99498EDCE496}" dt="2026-03-12T23:22:08.177" v="465" actId="167"/>
          <ac:grpSpMkLst>
            <pc:docMk/>
            <pc:sldMk cId="2572094029" sldId="262"/>
            <ac:grpSpMk id="31" creationId="{83B297CB-9D64-1330-0DFE-0010CC394927}"/>
          </ac:grpSpMkLst>
        </pc:grpChg>
        <pc:grpChg chg="mod">
          <ac:chgData name="Toumazis, Chris" userId="b2c68c1d-705b-48b3-a63b-5fd2ac67b682" providerId="ADAL" clId="{D4ED6DE9-2F38-53BF-B7BC-99498EDCE496}" dt="2026-03-12T23:21:59.943" v="461" actId="1076"/>
          <ac:grpSpMkLst>
            <pc:docMk/>
            <pc:sldMk cId="2572094029" sldId="262"/>
            <ac:grpSpMk id="32" creationId="{25CB0649-8DE5-0147-499C-DE70ED8E3CFE}"/>
          </ac:grpSpMkLst>
        </pc:grpChg>
        <pc:graphicFrameChg chg="mod ord modVis modGraphic">
          <ac:chgData name="Toumazis, Chris" userId="b2c68c1d-705b-48b3-a63b-5fd2ac67b682" providerId="ADAL" clId="{D4ED6DE9-2F38-53BF-B7BC-99498EDCE496}" dt="2026-03-12T23:40:45.224" v="836" actId="14861"/>
          <ac:graphicFrameMkLst>
            <pc:docMk/>
            <pc:sldMk cId="2572094029" sldId="262"/>
            <ac:graphicFrameMk id="2" creationId="{AA768B4D-4548-8234-CABA-CDE114553CA8}"/>
          </ac:graphicFrameMkLst>
        </pc:graphicFrameChg>
        <pc:picChg chg="mod topLvl">
          <ac:chgData name="Toumazis, Chris" userId="b2c68c1d-705b-48b3-a63b-5fd2ac67b682" providerId="ADAL" clId="{D4ED6DE9-2F38-53BF-B7BC-99498EDCE496}" dt="2026-03-12T23:20:51.866" v="454" actId="552"/>
          <ac:picMkLst>
            <pc:docMk/>
            <pc:sldMk cId="2572094029" sldId="262"/>
            <ac:picMk id="5" creationId="{F333BB42-1C55-8CFC-A7B0-BF7539921BA4}"/>
          </ac:picMkLst>
        </pc:picChg>
        <pc:picChg chg="mod topLvl">
          <ac:chgData name="Toumazis, Chris" userId="b2c68c1d-705b-48b3-a63b-5fd2ac67b682" providerId="ADAL" clId="{D4ED6DE9-2F38-53BF-B7BC-99498EDCE496}" dt="2026-03-12T23:25:22.931" v="497" actId="1037"/>
          <ac:picMkLst>
            <pc:docMk/>
            <pc:sldMk cId="2572094029" sldId="262"/>
            <ac:picMk id="10" creationId="{52E3D926-2AEB-9D4E-75F7-BB6DF2A6921F}"/>
          </ac:picMkLst>
        </pc:picChg>
        <pc:picChg chg="mod topLvl">
          <ac:chgData name="Toumazis, Chris" userId="b2c68c1d-705b-48b3-a63b-5fd2ac67b682" providerId="ADAL" clId="{D4ED6DE9-2F38-53BF-B7BC-99498EDCE496}" dt="2026-03-12T23:20:51.866" v="454" actId="552"/>
          <ac:picMkLst>
            <pc:docMk/>
            <pc:sldMk cId="2572094029" sldId="262"/>
            <ac:picMk id="17" creationId="{D24D55A7-82AF-9358-50AD-A894C59DD94E}"/>
          </ac:picMkLst>
        </pc:picChg>
        <pc:picChg chg="mod topLvl">
          <ac:chgData name="Toumazis, Chris" userId="b2c68c1d-705b-48b3-a63b-5fd2ac67b682" providerId="ADAL" clId="{D4ED6DE9-2F38-53BF-B7BC-99498EDCE496}" dt="2026-03-12T23:25:22.931" v="497" actId="1037"/>
          <ac:picMkLst>
            <pc:docMk/>
            <pc:sldMk cId="2572094029" sldId="262"/>
            <ac:picMk id="19" creationId="{41EBB396-271B-E332-0C3F-8EACE501E09C}"/>
          </ac:picMkLst>
        </pc:picChg>
        <pc:picChg chg="mod topLvl">
          <ac:chgData name="Toumazis, Chris" userId="b2c68c1d-705b-48b3-a63b-5fd2ac67b682" providerId="ADAL" clId="{D4ED6DE9-2F38-53BF-B7BC-99498EDCE496}" dt="2026-03-12T23:25:22.931" v="497" actId="1037"/>
          <ac:picMkLst>
            <pc:docMk/>
            <pc:sldMk cId="2572094029" sldId="262"/>
            <ac:picMk id="23" creationId="{949F8924-F6B6-FB2E-8508-C3B5BD97626D}"/>
          </ac:picMkLst>
        </pc:picChg>
        <pc:picChg chg="mod topLvl">
          <ac:chgData name="Toumazis, Chris" userId="b2c68c1d-705b-48b3-a63b-5fd2ac67b682" providerId="ADAL" clId="{D4ED6DE9-2F38-53BF-B7BC-99498EDCE496}" dt="2026-03-12T23:20:51.866" v="454" actId="552"/>
          <ac:picMkLst>
            <pc:docMk/>
            <pc:sldMk cId="2572094029" sldId="262"/>
            <ac:picMk id="26" creationId="{7A0EB6AC-DC6B-1198-C2B3-D0D1526A6816}"/>
          </ac:picMkLst>
        </pc:picChg>
        <pc:picChg chg="mod topLvl">
          <ac:chgData name="Toumazis, Chris" userId="b2c68c1d-705b-48b3-a63b-5fd2ac67b682" providerId="ADAL" clId="{D4ED6DE9-2F38-53BF-B7BC-99498EDCE496}" dt="2026-03-12T23:25:22.931" v="497" actId="1037"/>
          <ac:picMkLst>
            <pc:docMk/>
            <pc:sldMk cId="2572094029" sldId="262"/>
            <ac:picMk id="27" creationId="{35EAF0EF-A065-2325-015D-D2055D514C79}"/>
          </ac:picMkLst>
        </pc:picChg>
        <pc:picChg chg="add del mod">
          <ac:chgData name="Toumazis, Chris" userId="b2c68c1d-705b-48b3-a63b-5fd2ac67b682" providerId="ADAL" clId="{D4ED6DE9-2F38-53BF-B7BC-99498EDCE496}" dt="2026-03-12T23:23:59.049" v="482" actId="478"/>
          <ac:picMkLst>
            <pc:docMk/>
            <pc:sldMk cId="2572094029" sldId="262"/>
            <ac:picMk id="29" creationId="{9DC53770-37F8-C2DC-BAAB-FF8D9120D12C}"/>
          </ac:picMkLst>
        </pc:picChg>
        <pc:picChg chg="mod topLvl">
          <ac:chgData name="Toumazis, Chris" userId="b2c68c1d-705b-48b3-a63b-5fd2ac67b682" providerId="ADAL" clId="{D4ED6DE9-2F38-53BF-B7BC-99498EDCE496}" dt="2026-03-12T23:25:15.373" v="489" actId="165"/>
          <ac:picMkLst>
            <pc:docMk/>
            <pc:sldMk cId="2572094029" sldId="262"/>
            <ac:picMk id="30" creationId="{D7ACF7E1-6BEA-66D6-CBF2-4195525D99BA}"/>
          </ac:picMkLst>
        </pc:picChg>
        <pc:picChg chg="del">
          <ac:chgData name="Toumazis, Chris" userId="b2c68c1d-705b-48b3-a63b-5fd2ac67b682" providerId="ADAL" clId="{D4ED6DE9-2F38-53BF-B7BC-99498EDCE496}" dt="2026-03-12T23:23:26.185" v="476" actId="478"/>
          <ac:picMkLst>
            <pc:docMk/>
            <pc:sldMk cId="2572094029" sldId="262"/>
            <ac:picMk id="38" creationId="{27EF0839-0CA2-349D-70AD-D4E6B5E103DE}"/>
          </ac:picMkLst>
        </pc:picChg>
        <pc:picChg chg="del">
          <ac:chgData name="Toumazis, Chris" userId="b2c68c1d-705b-48b3-a63b-5fd2ac67b682" providerId="ADAL" clId="{D4ED6DE9-2F38-53BF-B7BC-99498EDCE496}" dt="2026-03-12T23:25:02.924" v="488" actId="478"/>
          <ac:picMkLst>
            <pc:docMk/>
            <pc:sldMk cId="2572094029" sldId="262"/>
            <ac:picMk id="39" creationId="{C7F7045A-28B8-AACE-400C-48E2F1CBD863}"/>
          </ac:picMkLst>
        </pc:picChg>
        <pc:picChg chg="del">
          <ac:chgData name="Toumazis, Chris" userId="b2c68c1d-705b-48b3-a63b-5fd2ac67b682" providerId="ADAL" clId="{D4ED6DE9-2F38-53BF-B7BC-99498EDCE496}" dt="2026-03-12T23:28:11.165" v="527" actId="478"/>
          <ac:picMkLst>
            <pc:docMk/>
            <pc:sldMk cId="2572094029" sldId="262"/>
            <ac:picMk id="41" creationId="{0CF7472D-A33D-D772-D19D-353AB263E687}"/>
          </ac:picMkLst>
        </pc:picChg>
        <pc:picChg chg="del mod topLvl">
          <ac:chgData name="Toumazis, Chris" userId="b2c68c1d-705b-48b3-a63b-5fd2ac67b682" providerId="ADAL" clId="{D4ED6DE9-2F38-53BF-B7BC-99498EDCE496}" dt="2026-03-12T23:30:24.140" v="638" actId="478"/>
          <ac:picMkLst>
            <pc:docMk/>
            <pc:sldMk cId="2572094029" sldId="262"/>
            <ac:picMk id="42" creationId="{C97262C8-A5A6-0BF3-EF73-D5D05D9550B7}"/>
          </ac:picMkLst>
        </pc:picChg>
        <pc:picChg chg="add del mod">
          <ac:chgData name="Toumazis, Chris" userId="b2c68c1d-705b-48b3-a63b-5fd2ac67b682" providerId="ADAL" clId="{D4ED6DE9-2F38-53BF-B7BC-99498EDCE496}" dt="2026-03-12T23:36:26.829" v="768" actId="478"/>
          <ac:picMkLst>
            <pc:docMk/>
            <pc:sldMk cId="2572094029" sldId="262"/>
            <ac:picMk id="43" creationId="{0388F519-F447-7427-231D-FFA5BFD4F730}"/>
          </ac:picMkLst>
        </pc:picChg>
        <pc:picChg chg="del mod topLvl">
          <ac:chgData name="Toumazis, Chris" userId="b2c68c1d-705b-48b3-a63b-5fd2ac67b682" providerId="ADAL" clId="{D4ED6DE9-2F38-53BF-B7BC-99498EDCE496}" dt="2026-03-12T23:33:10.033" v="661" actId="478"/>
          <ac:picMkLst>
            <pc:docMk/>
            <pc:sldMk cId="2572094029" sldId="262"/>
            <ac:picMk id="46" creationId="{682B5866-EBFC-B7EE-EFD2-88D9A4292AC8}"/>
          </ac:picMkLst>
        </pc:picChg>
        <pc:picChg chg="del">
          <ac:chgData name="Toumazis, Chris" userId="b2c68c1d-705b-48b3-a63b-5fd2ac67b682" providerId="ADAL" clId="{D4ED6DE9-2F38-53BF-B7BC-99498EDCE496}" dt="2026-03-12T23:33:07.964" v="659" actId="478"/>
          <ac:picMkLst>
            <pc:docMk/>
            <pc:sldMk cId="2572094029" sldId="262"/>
            <ac:picMk id="48" creationId="{DF23576D-DED5-CC88-A907-44E8CC05B632}"/>
          </ac:picMkLst>
        </pc:picChg>
        <pc:picChg chg="add del mod">
          <ac:chgData name="Toumazis, Chris" userId="b2c68c1d-705b-48b3-a63b-5fd2ac67b682" providerId="ADAL" clId="{D4ED6DE9-2F38-53BF-B7BC-99498EDCE496}" dt="2026-03-12T23:23:06.295" v="471" actId="21"/>
          <ac:picMkLst>
            <pc:docMk/>
            <pc:sldMk cId="2572094029" sldId="262"/>
            <ac:picMk id="50" creationId="{9B2CD577-C43E-D4B8-97FB-A4906EDC70A1}"/>
          </ac:picMkLst>
        </pc:picChg>
        <pc:picChg chg="add mod">
          <ac:chgData name="Toumazis, Chris" userId="b2c68c1d-705b-48b3-a63b-5fd2ac67b682" providerId="ADAL" clId="{D4ED6DE9-2F38-53BF-B7BC-99498EDCE496}" dt="2026-03-12T23:23:34.501" v="479" actId="12789"/>
          <ac:picMkLst>
            <pc:docMk/>
            <pc:sldMk cId="2572094029" sldId="262"/>
            <ac:picMk id="51" creationId="{E1F3635D-5661-F763-9D70-FB0F123AD93C}"/>
          </ac:picMkLst>
        </pc:picChg>
        <pc:picChg chg="add mod">
          <ac:chgData name="Toumazis, Chris" userId="b2c68c1d-705b-48b3-a63b-5fd2ac67b682" providerId="ADAL" clId="{D4ED6DE9-2F38-53BF-B7BC-99498EDCE496}" dt="2026-03-12T23:25:22.931" v="497" actId="1037"/>
          <ac:picMkLst>
            <pc:docMk/>
            <pc:sldMk cId="2572094029" sldId="262"/>
            <ac:picMk id="52" creationId="{CF668F4A-2AA1-0377-C6C8-CF996DD297BF}"/>
          </ac:picMkLst>
        </pc:picChg>
        <pc:picChg chg="add mod">
          <ac:chgData name="Toumazis, Chris" userId="b2c68c1d-705b-48b3-a63b-5fd2ac67b682" providerId="ADAL" clId="{D4ED6DE9-2F38-53BF-B7BC-99498EDCE496}" dt="2026-03-12T23:28:27.654" v="531"/>
          <ac:picMkLst>
            <pc:docMk/>
            <pc:sldMk cId="2572094029" sldId="262"/>
            <ac:picMk id="53" creationId="{135CEFE1-85F2-B035-C06C-217A4366A6B8}"/>
          </ac:picMkLst>
        </pc:picChg>
        <pc:picChg chg="add mod">
          <ac:chgData name="Toumazis, Chris" userId="b2c68c1d-705b-48b3-a63b-5fd2ac67b682" providerId="ADAL" clId="{D4ED6DE9-2F38-53BF-B7BC-99498EDCE496}" dt="2026-03-12T23:30:25.970" v="639" actId="12789"/>
          <ac:picMkLst>
            <pc:docMk/>
            <pc:sldMk cId="2572094029" sldId="262"/>
            <ac:picMk id="54" creationId="{75A2BDF9-2B35-3577-E57C-C041A6E1FF6A}"/>
          </ac:picMkLst>
        </pc:picChg>
        <pc:picChg chg="add del mod">
          <ac:chgData name="Toumazis, Chris" userId="b2c68c1d-705b-48b3-a63b-5fd2ac67b682" providerId="ADAL" clId="{D4ED6DE9-2F38-53BF-B7BC-99498EDCE496}" dt="2026-03-12T23:30:08.787" v="632" actId="478"/>
          <ac:picMkLst>
            <pc:docMk/>
            <pc:sldMk cId="2572094029" sldId="262"/>
            <ac:picMk id="55" creationId="{26444B2D-D09D-A443-32C1-4A721FC5C209}"/>
          </ac:picMkLst>
        </pc:picChg>
        <pc:picChg chg="add del mod">
          <ac:chgData name="Toumazis, Chris" userId="b2c68c1d-705b-48b3-a63b-5fd2ac67b682" providerId="ADAL" clId="{D4ED6DE9-2F38-53BF-B7BC-99498EDCE496}" dt="2026-03-12T23:31:49.731" v="653" actId="478"/>
          <ac:picMkLst>
            <pc:docMk/>
            <pc:sldMk cId="2572094029" sldId="262"/>
            <ac:picMk id="57" creationId="{301F789F-DA82-70D9-3B53-FF305495701B}"/>
          </ac:picMkLst>
        </pc:picChg>
        <pc:picChg chg="add del mod">
          <ac:chgData name="Toumazis, Chris" userId="b2c68c1d-705b-48b3-a63b-5fd2ac67b682" providerId="ADAL" clId="{D4ED6DE9-2F38-53BF-B7BC-99498EDCE496}" dt="2026-03-12T23:38:49.422" v="800" actId="478"/>
          <ac:picMkLst>
            <pc:docMk/>
            <pc:sldMk cId="2572094029" sldId="262"/>
            <ac:picMk id="58" creationId="{48B5C036-1D20-1989-63C6-F76F033DCE8E}"/>
          </ac:picMkLst>
        </pc:picChg>
        <pc:picChg chg="add del mod">
          <ac:chgData name="Toumazis, Chris" userId="b2c68c1d-705b-48b3-a63b-5fd2ac67b682" providerId="ADAL" clId="{D4ED6DE9-2F38-53BF-B7BC-99498EDCE496}" dt="2026-03-12T23:37:10.479" v="785" actId="478"/>
          <ac:picMkLst>
            <pc:docMk/>
            <pc:sldMk cId="2572094029" sldId="262"/>
            <ac:picMk id="59" creationId="{792BCFE9-0F0F-CF8C-9F34-8881E543F739}"/>
          </ac:picMkLst>
        </pc:picChg>
        <pc:picChg chg="add del mod">
          <ac:chgData name="Toumazis, Chris" userId="b2c68c1d-705b-48b3-a63b-5fd2ac67b682" providerId="ADAL" clId="{D4ED6DE9-2F38-53BF-B7BC-99498EDCE496}" dt="2026-03-12T23:35:30.254" v="751" actId="478"/>
          <ac:picMkLst>
            <pc:docMk/>
            <pc:sldMk cId="2572094029" sldId="262"/>
            <ac:picMk id="60" creationId="{43DC0DBB-66B6-BA1D-6DB2-5FD02D0CAB23}"/>
          </ac:picMkLst>
        </pc:picChg>
        <pc:picChg chg="add del mod">
          <ac:chgData name="Toumazis, Chris" userId="b2c68c1d-705b-48b3-a63b-5fd2ac67b682" providerId="ADAL" clId="{D4ED6DE9-2F38-53BF-B7BC-99498EDCE496}" dt="2026-03-12T23:36:25.964" v="767" actId="478"/>
          <ac:picMkLst>
            <pc:docMk/>
            <pc:sldMk cId="2572094029" sldId="262"/>
            <ac:picMk id="62" creationId="{61B965CC-8702-291D-9730-2C1C555DE7AA}"/>
          </ac:picMkLst>
        </pc:picChg>
        <pc:picChg chg="add mod">
          <ac:chgData name="Toumazis, Chris" userId="b2c68c1d-705b-48b3-a63b-5fd2ac67b682" providerId="ADAL" clId="{D4ED6DE9-2F38-53BF-B7BC-99498EDCE496}" dt="2026-03-12T23:37:12.452" v="786" actId="12789"/>
          <ac:picMkLst>
            <pc:docMk/>
            <pc:sldMk cId="2572094029" sldId="262"/>
            <ac:picMk id="63" creationId="{BCED0F5A-8A13-FFA3-BD89-EA7FDBC1FB56}"/>
          </ac:picMkLst>
        </pc:picChg>
        <pc:picChg chg="add mod modCrop">
          <ac:chgData name="Toumazis, Chris" userId="b2c68c1d-705b-48b3-a63b-5fd2ac67b682" providerId="ADAL" clId="{D4ED6DE9-2F38-53BF-B7BC-99498EDCE496}" dt="2026-03-12T23:38:59.631" v="805" actId="1076"/>
          <ac:picMkLst>
            <pc:docMk/>
            <pc:sldMk cId="2572094029" sldId="262"/>
            <ac:picMk id="65" creationId="{1D20DE52-F761-B55A-65DC-3447C72613F0}"/>
          </ac:picMkLst>
        </pc:picChg>
      </pc:sldChg>
      <pc:sldChg chg="addSp delSp modSp add mod">
        <pc:chgData name="Toumazis, Chris" userId="b2c68c1d-705b-48b3-a63b-5fd2ac67b682" providerId="ADAL" clId="{D4ED6DE9-2F38-53BF-B7BC-99498EDCE496}" dt="2026-03-12T23:45:42.957" v="850" actId="1076"/>
        <pc:sldMkLst>
          <pc:docMk/>
          <pc:sldMk cId="1706866235" sldId="263"/>
        </pc:sldMkLst>
        <pc:spChg chg="mod">
          <ac:chgData name="Toumazis, Chris" userId="b2c68c1d-705b-48b3-a63b-5fd2ac67b682" providerId="ADAL" clId="{D4ED6DE9-2F38-53BF-B7BC-99498EDCE496}" dt="2026-03-12T23:45:35.799" v="848" actId="12789"/>
          <ac:spMkLst>
            <pc:docMk/>
            <pc:sldMk cId="1706866235" sldId="263"/>
            <ac:spMk id="44" creationId="{1305A4FC-D3F5-A07A-FEA5-F8E858DC6BCA}"/>
          </ac:spMkLst>
        </pc:spChg>
        <pc:graphicFrameChg chg="del">
          <ac:chgData name="Toumazis, Chris" userId="b2c68c1d-705b-48b3-a63b-5fd2ac67b682" providerId="ADAL" clId="{D4ED6DE9-2F38-53BF-B7BC-99498EDCE496}" dt="2026-03-12T23:40:55.822" v="838" actId="478"/>
          <ac:graphicFrameMkLst>
            <pc:docMk/>
            <pc:sldMk cId="1706866235" sldId="263"/>
            <ac:graphicFrameMk id="2" creationId="{AA768B4D-4548-8234-CABA-CDE114553CA8}"/>
          </ac:graphicFrameMkLst>
        </pc:graphicFrameChg>
        <pc:picChg chg="add mod">
          <ac:chgData name="Toumazis, Chris" userId="b2c68c1d-705b-48b3-a63b-5fd2ac67b682" providerId="ADAL" clId="{D4ED6DE9-2F38-53BF-B7BC-99498EDCE496}" dt="2026-03-12T23:45:42.957" v="850" actId="1076"/>
          <ac:picMkLst>
            <pc:docMk/>
            <pc:sldMk cId="1706866235" sldId="263"/>
            <ac:picMk id="3" creationId="{E47890AB-0747-DE99-3C9C-3905BE916839}"/>
          </ac:picMkLst>
        </pc:picChg>
        <pc:picChg chg="del">
          <ac:chgData name="Toumazis, Chris" userId="b2c68c1d-705b-48b3-a63b-5fd2ac67b682" providerId="ADAL" clId="{D4ED6DE9-2F38-53BF-B7BC-99498EDCE496}" dt="2026-03-12T23:45:08.344" v="840" actId="478"/>
          <ac:picMkLst>
            <pc:docMk/>
            <pc:sldMk cId="1706866235" sldId="263"/>
            <ac:picMk id="45" creationId="{14030549-BBED-1AB1-492D-175FFF9611C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719D5-87FC-BD40-BAD6-169A8765A42E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99427-2E1C-E245-BD32-49033BFCE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17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99427-2E1C-E245-BD32-49033BFCE7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97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F630-EE99-EE57-9EC9-BE745EE83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13725-ACB0-4B51-E53E-24AFE66A2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23E37-2DED-74D0-17D2-FE5354F6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EF286-3BD0-C86F-799C-44793AE9D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94CDC-2EAF-36A9-1326-7104F938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6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18096-C886-9843-BC0F-08D9368BC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6996-D270-4235-4EC9-2A98B0742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FE80-9051-90BD-018E-267A7A57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09907-524B-D9BD-2A46-FE931934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CEBBC-1E4F-FEB4-CB28-A7CED8F8B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3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ECB5-FEE1-FA9C-3053-6AD0AE1B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B64F5-D788-CD47-038F-7195A1F80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74470-3154-65C8-B15B-822F837DC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4E06-3C64-2E7F-D9DD-BACECDC11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F0A0A-AF4E-0D8A-F8EC-ED8AA046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75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3CB0-AD7B-C869-21BD-85129202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F1CCE-ED11-D9BC-AED6-BE221F3F02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4E17D-51D5-E84A-D13A-4EC5DBEB0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6BD28-E1CD-7EA0-8FAC-27FDB0B4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1A7C8-29F9-FEFF-7FE6-570CC987A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CFEFE-85E0-6D27-FE72-FA53D0A9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11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C37E-C5F9-3ED8-9125-9BFF4F67E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C95F3-8D7B-874E-90E8-2CB9DBF07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137E9-72B9-7FB3-1797-F6659C309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FBA7DF-8BE0-4C74-B982-3B7D493BD1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6126F0-F683-8E88-F5E4-0B1245631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9F19C9-65DF-ADFD-6DEB-83D62655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B3CB6-60F2-E452-BCAC-A3E5DBFC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2D479-9B86-C4FC-46BB-53CF24D58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0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1EA20-2312-32C9-EB0F-865C2423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1FDC23-4102-F040-5ADA-9B9CD79C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022C8-257B-5D9B-B2C8-50D6CF2F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FC642-83A4-EEEC-88F7-57AEEF69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3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45A8E-962F-5FF0-A71D-590B5A8E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5C7B12-DF52-8523-1454-1DFFB164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ABA6A-2F01-C8ED-0C21-5E83FC71E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0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E131-5027-9629-07FB-4F9D5392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7F758-C575-4AC3-626C-3FA461240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FCA27-B8BE-C3B3-1269-BB03762A0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05404-20E5-65B0-F750-4822CA074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90247-8F5D-9FE0-75B4-DE558F99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D09BD-9A48-3849-6239-041B0897C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62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0C2D-0069-628C-7A7C-08B4F99F9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0948E-34D1-4F08-A321-048F30201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444FC-F5A9-CF19-FB60-412F8CB81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57EAB-35D1-707C-8C4A-A7C98D2C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B9DC4-4CD8-6E1F-A646-DACC3F1D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FE7AA-BE3A-2654-6D0C-0B27FE061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11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829EE-60A3-8067-FDC6-E4DBCF4D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B1C2C-3525-37D3-73EA-1ECC461F6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A93FA-1245-2220-1FDF-8E4CA2343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C0104-D0E3-780B-507A-A1B804308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F26BE-089B-EBCD-B1B7-06E98741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2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CE99A-CE12-5AA7-CCF3-9E6FE812E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58B40-E103-EAA2-CF5C-23C8DE9E3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0BA7-D9A0-0702-F676-B420D701C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72F4F-FE8A-54D2-4CF1-34020AAE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29B9B-A0BE-092C-339C-A58F58EC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36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28AD3F-9BA6-C8C8-D7B8-325ED0B82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AFC8A-3CEE-6517-29E0-5F2D0E92B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A0115-6975-785C-6D31-E3D3E7CF9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94E91-065F-CB40-81B2-CD3F03554753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1A339-D814-BA2E-657E-4B8D908FF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5561-5CCE-A3DB-785A-9962433F1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3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microsoft.com/office/2007/relationships/hdphoto" Target="../media/hdphoto4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microsoft.com/office/2007/relationships/hdphoto" Target="../media/hdphoto6.wdp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24" Type="http://schemas.openxmlformats.org/officeDocument/2006/relationships/image" Target="../media/image16.png"/><Relationship Id="rId5" Type="http://schemas.microsoft.com/office/2007/relationships/hdphoto" Target="../media/hdphoto1.wdp"/><Relationship Id="rId15" Type="http://schemas.openxmlformats.org/officeDocument/2006/relationships/image" Target="../media/image9.png"/><Relationship Id="rId23" Type="http://schemas.openxmlformats.org/officeDocument/2006/relationships/image" Target="../media/image15.png"/><Relationship Id="rId10" Type="http://schemas.microsoft.com/office/2007/relationships/hdphoto" Target="../media/hdphoto3.wdp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8.png"/><Relationship Id="rId2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08E18D-AE8E-B0C9-53A0-462E990A9177}"/>
              </a:ext>
            </a:extLst>
          </p:cNvPr>
          <p:cNvSpPr/>
          <p:nvPr/>
        </p:nvSpPr>
        <p:spPr>
          <a:xfrm>
            <a:off x="0" y="5143497"/>
            <a:ext cx="6096000" cy="1714500"/>
          </a:xfrm>
          <a:prstGeom prst="rect">
            <a:avLst/>
          </a:prstGeom>
          <a:gradFill>
            <a:gsLst>
              <a:gs pos="100000">
                <a:srgbClr val="15212C"/>
              </a:gs>
              <a:gs pos="0">
                <a:srgbClr val="000C16"/>
              </a:gs>
            </a:gsLst>
            <a:lin ang="189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46967F-2372-A09A-420E-1DA16161C4CE}"/>
              </a:ext>
            </a:extLst>
          </p:cNvPr>
          <p:cNvSpPr/>
          <p:nvPr/>
        </p:nvSpPr>
        <p:spPr>
          <a:xfrm>
            <a:off x="0" y="3428999"/>
            <a:ext cx="6096000" cy="1714500"/>
          </a:xfrm>
          <a:prstGeom prst="rect">
            <a:avLst/>
          </a:prstGeom>
          <a:gradFill>
            <a:gsLst>
              <a:gs pos="100000">
                <a:srgbClr val="E3200F">
                  <a:lumMod val="90000"/>
                  <a:lumOff val="10000"/>
                </a:srgbClr>
              </a:gs>
              <a:gs pos="0">
                <a:srgbClr val="E3200F"/>
              </a:gs>
            </a:gsLst>
            <a:lin ang="189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859736-7291-74F9-D9D1-858AA903BE2C}"/>
              </a:ext>
            </a:extLst>
          </p:cNvPr>
          <p:cNvSpPr/>
          <p:nvPr/>
        </p:nvSpPr>
        <p:spPr>
          <a:xfrm>
            <a:off x="0" y="1686910"/>
            <a:ext cx="6096000" cy="1742090"/>
          </a:xfrm>
          <a:prstGeom prst="rect">
            <a:avLst/>
          </a:prstGeom>
          <a:gradFill>
            <a:gsLst>
              <a:gs pos="100000">
                <a:schemeClr val="bg2">
                  <a:lumMod val="2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189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2B3385-AACC-3939-6E86-8E1D271EC084}"/>
              </a:ext>
            </a:extLst>
          </p:cNvPr>
          <p:cNvSpPr/>
          <p:nvPr/>
        </p:nvSpPr>
        <p:spPr>
          <a:xfrm>
            <a:off x="0" y="0"/>
            <a:ext cx="6096000" cy="1714498"/>
          </a:xfrm>
          <a:prstGeom prst="rect">
            <a:avLst/>
          </a:prstGeom>
          <a:gradFill flip="none" rotWithShape="1">
            <a:gsLst>
              <a:gs pos="0">
                <a:srgbClr val="052863"/>
              </a:gs>
              <a:gs pos="100000">
                <a:srgbClr val="052863">
                  <a:lumMod val="90000"/>
                  <a:lumOff val="10000"/>
                </a:srgb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0BC8AB-B56C-5442-BFFD-EB71999BBCC0}"/>
              </a:ext>
            </a:extLst>
          </p:cNvPr>
          <p:cNvSpPr/>
          <p:nvPr/>
        </p:nvSpPr>
        <p:spPr>
          <a:xfrm>
            <a:off x="1731662" y="407604"/>
            <a:ext cx="3978514" cy="899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333BB42-1C55-8CFC-A7B0-BF7539921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613" y="584104"/>
            <a:ext cx="3626613" cy="5462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E3D926-2AEB-9D4E-75F7-BB6DF2A69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0166" y="713568"/>
            <a:ext cx="875782" cy="28736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5D3C12B-3E01-3F0E-5255-49C4C3D5425B}"/>
              </a:ext>
            </a:extLst>
          </p:cNvPr>
          <p:cNvSpPr/>
          <p:nvPr/>
        </p:nvSpPr>
        <p:spPr>
          <a:xfrm>
            <a:off x="1731662" y="2122103"/>
            <a:ext cx="3978514" cy="899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24D55A7-82AF-9358-50AD-A894C59DD94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098" b="35227"/>
          <a:stretch>
            <a:fillRect/>
          </a:stretch>
        </p:blipFill>
        <p:spPr>
          <a:xfrm>
            <a:off x="1907613" y="2331319"/>
            <a:ext cx="3623899" cy="4808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49F8924-F6B6-FB2E-8508-C3B5BD9762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39183" b="38958"/>
          <a:stretch>
            <a:fillRect/>
          </a:stretch>
        </p:blipFill>
        <p:spPr>
          <a:xfrm>
            <a:off x="470166" y="2517911"/>
            <a:ext cx="875782" cy="1076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1EBB396-271B-E332-0C3F-8EACE501E0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0165" y="5899941"/>
            <a:ext cx="875783" cy="20161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C09E3B8-C655-8B16-4D58-FDB94854B360}"/>
              </a:ext>
            </a:extLst>
          </p:cNvPr>
          <p:cNvSpPr/>
          <p:nvPr/>
        </p:nvSpPr>
        <p:spPr>
          <a:xfrm>
            <a:off x="1731662" y="5551102"/>
            <a:ext cx="3978514" cy="899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A0EB6AC-DC6B-1198-C2B3-D0D1526A68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7613" y="5809103"/>
            <a:ext cx="3437295" cy="38329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5EAF0EF-A065-2325-015D-D2055D514C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0167" y="4145962"/>
            <a:ext cx="875782" cy="28057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EB7C732-5B39-BB2F-1D05-9C82ED28BF31}"/>
              </a:ext>
            </a:extLst>
          </p:cNvPr>
          <p:cNvSpPr/>
          <p:nvPr/>
        </p:nvSpPr>
        <p:spPr>
          <a:xfrm>
            <a:off x="1749382" y="3836601"/>
            <a:ext cx="3978514" cy="899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" name="Picture 29" descr="A close up of words&#10;&#10;AI-generated content may be incorrect.">
            <a:extLst>
              <a:ext uri="{FF2B5EF4-FFF2-40B4-BE49-F238E27FC236}">
                <a16:creationId xmlns:a16="http://schemas.microsoft.com/office/drawing/2014/main" id="{D7ACF7E1-6BEA-66D6-CBF2-4195525D99B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7613" y="3982873"/>
            <a:ext cx="2852761" cy="606754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6C6EFC1-480E-E389-42F2-7B461EE7D083}"/>
              </a:ext>
            </a:extLst>
          </p:cNvPr>
          <p:cNvSpPr/>
          <p:nvPr/>
        </p:nvSpPr>
        <p:spPr>
          <a:xfrm>
            <a:off x="6096000" y="5143497"/>
            <a:ext cx="6096000" cy="1714500"/>
          </a:xfrm>
          <a:prstGeom prst="rect">
            <a:avLst/>
          </a:prstGeom>
          <a:gradFill>
            <a:gsLst>
              <a:gs pos="100000">
                <a:srgbClr val="192C38">
                  <a:lumMod val="90000"/>
                  <a:lumOff val="10000"/>
                </a:srgbClr>
              </a:gs>
              <a:gs pos="0">
                <a:srgbClr val="192C38"/>
              </a:gs>
            </a:gsLst>
            <a:lin ang="189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B87748-2A19-66F0-5B20-E3418D16C841}"/>
              </a:ext>
            </a:extLst>
          </p:cNvPr>
          <p:cNvSpPr/>
          <p:nvPr/>
        </p:nvSpPr>
        <p:spPr>
          <a:xfrm>
            <a:off x="6096000" y="3428999"/>
            <a:ext cx="6096000" cy="171450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189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B33C41-83A8-826C-A7BC-F1D939530829}"/>
              </a:ext>
            </a:extLst>
          </p:cNvPr>
          <p:cNvSpPr/>
          <p:nvPr/>
        </p:nvSpPr>
        <p:spPr>
          <a:xfrm>
            <a:off x="6096000" y="1714501"/>
            <a:ext cx="6096000" cy="1714500"/>
          </a:xfrm>
          <a:prstGeom prst="rect">
            <a:avLst/>
          </a:prstGeom>
          <a:gradFill>
            <a:gsLst>
              <a:gs pos="100000">
                <a:srgbClr val="9D0A0D">
                  <a:lumMod val="90000"/>
                  <a:lumOff val="10000"/>
                </a:srgbClr>
              </a:gs>
              <a:gs pos="0">
                <a:srgbClr val="9D0A0D"/>
              </a:gs>
            </a:gsLst>
            <a:lin ang="189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1CE4AD-008F-9B66-4F2B-30F0C558E86B}"/>
              </a:ext>
            </a:extLst>
          </p:cNvPr>
          <p:cNvSpPr/>
          <p:nvPr/>
        </p:nvSpPr>
        <p:spPr>
          <a:xfrm>
            <a:off x="6096000" y="1"/>
            <a:ext cx="6096000" cy="1714500"/>
          </a:xfrm>
          <a:prstGeom prst="rect">
            <a:avLst/>
          </a:prstGeom>
          <a:gradFill flip="none" rotWithShape="1">
            <a:gsLst>
              <a:gs pos="0">
                <a:srgbClr val="FCD1AE"/>
              </a:gs>
              <a:gs pos="100000">
                <a:srgbClr val="FFF2E5"/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DED4749-00F7-118C-0FED-6BD199CC9987}"/>
              </a:ext>
            </a:extLst>
          </p:cNvPr>
          <p:cNvSpPr/>
          <p:nvPr/>
        </p:nvSpPr>
        <p:spPr>
          <a:xfrm>
            <a:off x="7827662" y="407604"/>
            <a:ext cx="3978514" cy="899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0977D3-C863-04DA-014F-6224D52B89CE}"/>
              </a:ext>
            </a:extLst>
          </p:cNvPr>
          <p:cNvSpPr/>
          <p:nvPr/>
        </p:nvSpPr>
        <p:spPr>
          <a:xfrm>
            <a:off x="7827662" y="2122103"/>
            <a:ext cx="3978514" cy="899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305A4FC-D3F5-A07A-FEA5-F8E858DC6BCA}"/>
              </a:ext>
            </a:extLst>
          </p:cNvPr>
          <p:cNvSpPr/>
          <p:nvPr/>
        </p:nvSpPr>
        <p:spPr>
          <a:xfrm>
            <a:off x="7827662" y="5551102"/>
            <a:ext cx="3978514" cy="899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FF31DD-6028-4644-0C50-FD81A4BF6B70}"/>
              </a:ext>
            </a:extLst>
          </p:cNvPr>
          <p:cNvSpPr/>
          <p:nvPr/>
        </p:nvSpPr>
        <p:spPr>
          <a:xfrm>
            <a:off x="7845382" y="3836601"/>
            <a:ext cx="3978514" cy="899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1" name="Picture 50" descr="A close up of a sign&#10;&#10;AI-generated content may be incorrect.">
            <a:extLst>
              <a:ext uri="{FF2B5EF4-FFF2-40B4-BE49-F238E27FC236}">
                <a16:creationId xmlns:a16="http://schemas.microsoft.com/office/drawing/2014/main" id="{E1F3635D-5661-F763-9D70-FB0F123AD93C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0E5"/>
              </a:clrFrom>
              <a:clrTo>
                <a:srgbClr val="FFF0E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03612" y="620413"/>
            <a:ext cx="3566087" cy="47367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F668F4A-2AA1-0377-C6C8-CF996DD297B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66165" y="458385"/>
            <a:ext cx="797732" cy="797732"/>
          </a:xfrm>
          <a:prstGeom prst="rect">
            <a:avLst/>
          </a:prstGeom>
        </p:spPr>
      </p:pic>
      <p:pic>
        <p:nvPicPr>
          <p:cNvPr id="53" name="Picture 5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35CEFE1-85F2-B035-C06C-217A4366A6B8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03612" y="2271555"/>
            <a:ext cx="3493623" cy="60039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5A2BDF9-2B35-3577-E57C-C041A6E1FF6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66056" y="2367858"/>
            <a:ext cx="797842" cy="40778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1B965CC-8702-291D-9730-2C1C555DE7A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66166" y="5935932"/>
            <a:ext cx="797732" cy="129631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BCED0F5A-8A13-FFA3-BD89-EA7FDBC1FB5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66056" y="4232652"/>
            <a:ext cx="797733" cy="107195"/>
          </a:xfrm>
          <a:prstGeom prst="rect">
            <a:avLst/>
          </a:prstGeom>
        </p:spPr>
      </p:pic>
      <p:pic>
        <p:nvPicPr>
          <p:cNvPr id="65" name="Picture 6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20DE52-F761-B55A-65DC-3447C72613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34699" t="40325" r="38020" b="52222"/>
          <a:stretch>
            <a:fillRect/>
          </a:stretch>
        </p:blipFill>
        <p:spPr>
          <a:xfrm>
            <a:off x="8003612" y="3974298"/>
            <a:ext cx="3516526" cy="623904"/>
          </a:xfrm>
          <a:prstGeom prst="rect">
            <a:avLst/>
          </a:prstGeom>
        </p:spPr>
      </p:pic>
      <p:pic>
        <p:nvPicPr>
          <p:cNvPr id="3" name="Picture 2" descr="A close up of black text&#10;&#10;AI-generated content may be incorrect.">
            <a:extLst>
              <a:ext uri="{FF2B5EF4-FFF2-40B4-BE49-F238E27FC236}">
                <a16:creationId xmlns:a16="http://schemas.microsoft.com/office/drawing/2014/main" id="{E47890AB-0747-DE99-3C9C-3905BE91683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03612" y="5758543"/>
            <a:ext cx="3468240" cy="48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66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1094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Jacopo Olivieri</dc:creator>
  <cp:lastModifiedBy>Toumazis, Chris</cp:lastModifiedBy>
  <cp:revision>13</cp:revision>
  <dcterms:created xsi:type="dcterms:W3CDTF">2026-03-11T16:27:50Z</dcterms:created>
  <dcterms:modified xsi:type="dcterms:W3CDTF">2026-03-12T23:45:46Z</dcterms:modified>
</cp:coreProperties>
</file>