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373B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/>
    <p:restoredTop sz="94689"/>
  </p:normalViewPr>
  <p:slideViewPr>
    <p:cSldViewPr snapToGrid="0">
      <p:cViewPr>
        <p:scale>
          <a:sx n="134" d="100"/>
          <a:sy n="134" d="100"/>
        </p:scale>
        <p:origin x="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19D5-87FC-BD40-BAD6-169A8765A42E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99427-2E1C-E245-BD32-49033BFCE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99427-2E1C-E245-BD32-49033BFCE7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18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05E9-FD3D-73C8-AA06-710D522C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74644-2052-E564-3F7B-6280926E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84FA4-15F7-DEE1-67BB-3564EB69F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C3FEE-C002-02F5-7AE6-7AD6B6D9F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499427-2E1C-E245-BD32-49033BFCE7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25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F630-EE99-EE57-9EC9-BE745EE83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13725-ACB0-4B51-E53E-24AFE66A2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23E37-2DED-74D0-17D2-FE5354F6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EF286-3BD0-C86F-799C-44793AE9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4CDC-2EAF-36A9-1326-7104F938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6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8096-C886-9843-BC0F-08D9368B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6996-D270-4235-4EC9-2A98B0742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FE80-9051-90BD-018E-267A7A57C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09907-524B-D9BD-2A46-FE931934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CEBBC-1E4F-FEB4-CB28-A7CED8F8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ECB5-FEE1-FA9C-3053-6AD0AE1B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B64F5-D788-CD47-038F-7195A1F8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74470-3154-65C8-B15B-822F837DC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4E06-3C64-2E7F-D9DD-BACECDC1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F0A0A-AF4E-0D8A-F8EC-ED8AA046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7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3CB0-AD7B-C869-21BD-85129202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1CCE-ED11-D9BC-AED6-BE221F3F02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4E17D-51D5-E84A-D13A-4EC5DBEB0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6BD28-E1CD-7EA0-8FAC-27FDB0B4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1A7C8-29F9-FEFF-7FE6-570CC987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FEFE-85E0-6D27-FE72-FA53D0A9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11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FC37E-C5F9-3ED8-9125-9BFF4F67E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C95F3-8D7B-874E-90E8-2CB9DBF07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137E9-72B9-7FB3-1797-F6659C309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FBA7DF-8BE0-4C74-B982-3B7D493BD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126F0-F683-8E88-F5E4-0B1245631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F19C9-65DF-ADFD-6DEB-83D62655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B3CB6-60F2-E452-BCAC-A3E5DBFC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D479-9B86-C4FC-46BB-53CF24D5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0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EA20-2312-32C9-EB0F-865C2423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FDC23-4102-F040-5ADA-9B9CD79C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022C8-257B-5D9B-B2C8-50D6CF2F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FC642-83A4-EEEC-88F7-57AEEF69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3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45A8E-962F-5FF0-A71D-590B5A8E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5C7B12-DF52-8523-1454-1DFFB164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ABA6A-2F01-C8ED-0C21-5E83FC71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0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E131-5027-9629-07FB-4F9D5392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7F758-C575-4AC3-626C-3FA461240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FCA27-B8BE-C3B3-1269-BB03762A0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05404-20E5-65B0-F750-4822CA074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90247-8F5D-9FE0-75B4-DE558F99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D09BD-9A48-3849-6239-041B0897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6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0C2D-0069-628C-7A7C-08B4F99F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0948E-34D1-4F08-A321-048F30201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444FC-F5A9-CF19-FB60-412F8CB81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57EAB-35D1-707C-8C4A-A7C98D2C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B9DC4-4CD8-6E1F-A646-DACC3F1D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FE7AA-BE3A-2654-6D0C-0B27FE06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11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29EE-60A3-8067-FDC6-E4DBCF4D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B1C2C-3525-37D3-73EA-1ECC461F6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93FA-1245-2220-1FDF-8E4CA234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C0104-D0E3-780B-507A-A1B80430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26BE-089B-EBCD-B1B7-06E98741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CE99A-CE12-5AA7-CCF3-9E6FE812E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58B40-E103-EAA2-CF5C-23C8DE9E3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0BA7-D9A0-0702-F676-B420D701C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2F4F-FE8A-54D2-4CF1-34020AAE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29B9B-A0BE-092C-339C-A58F58EC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6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8AD3F-9BA6-C8C8-D7B8-325ED0B8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AFC8A-3CEE-6517-29E0-5F2D0E92B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A0115-6975-785C-6D31-E3D3E7CF9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94E91-065F-CB40-81B2-CD3F0355475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1A339-D814-BA2E-657E-4B8D908FF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5561-5CCE-A3DB-785A-9962433F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647F6-D1AD-754F-97FD-3685BAAD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3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3.png"/><Relationship Id="rId1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12" Type="http://schemas.openxmlformats.org/officeDocument/2006/relationships/image" Target="../media/image10.png"/><Relationship Id="rId1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5" Type="http://schemas.openxmlformats.org/officeDocument/2006/relationships/image" Target="../media/image15.png"/><Relationship Id="rId10" Type="http://schemas.openxmlformats.org/officeDocument/2006/relationships/image" Target="../media/image6.png"/><Relationship Id="rId19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5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39240B27-7E44-F5F1-BECB-B97C28D181CF}"/>
              </a:ext>
            </a:extLst>
          </p:cNvPr>
          <p:cNvGrpSpPr/>
          <p:nvPr/>
        </p:nvGrpSpPr>
        <p:grpSpPr>
          <a:xfrm>
            <a:off x="0" y="0"/>
            <a:ext cx="5214257" cy="2884714"/>
            <a:chOff x="843600" y="1331224"/>
            <a:chExt cx="4635501" cy="240491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F617CA-1A78-3AD7-7901-8710D94F7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601" y="2237541"/>
              <a:ext cx="4635500" cy="14986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C2EF003-51D9-6FC6-C35C-7BFC88D31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3600" y="1331224"/>
              <a:ext cx="1660113" cy="92492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7816BAE-1777-C670-B2B6-F02DA8353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383" y="1586"/>
            <a:ext cx="10324616" cy="11094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5CE70F-E890-7E03-646F-14284BB0F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9853" y="1210356"/>
            <a:ext cx="6671147" cy="700352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FF370BF-94AF-7D90-5452-D6D91BA63933}"/>
              </a:ext>
            </a:extLst>
          </p:cNvPr>
          <p:cNvGrpSpPr/>
          <p:nvPr/>
        </p:nvGrpSpPr>
        <p:grpSpPr>
          <a:xfrm>
            <a:off x="5452946" y="1910708"/>
            <a:ext cx="6739056" cy="2170639"/>
            <a:chOff x="5138679" y="1816966"/>
            <a:chExt cx="7053321" cy="227799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CA9CEDA-F346-6EDD-257E-0214ED3BF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38682" y="2243059"/>
              <a:ext cx="7053318" cy="1851899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B887508-92A5-3AF2-EABD-B0301F495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38679" y="1816966"/>
              <a:ext cx="7051288" cy="440034"/>
            </a:xfrm>
            <a:prstGeom prst="rect">
              <a:avLst/>
            </a:prstGeom>
          </p:spPr>
        </p:pic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17F95581-C969-57BB-46F0-F64B798780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6715" y="4984595"/>
            <a:ext cx="4272892" cy="185061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190D977-D92C-8C43-28F4-6567D66DAF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8397" y="4407463"/>
            <a:ext cx="2961210" cy="509716"/>
          </a:xfrm>
          <a:prstGeom prst="rect">
            <a:avLst/>
          </a:prstGeom>
        </p:spPr>
      </p:pic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48113982-7CD1-4EA2-359D-CC302F9C4F9E}"/>
              </a:ext>
            </a:extLst>
          </p:cNvPr>
          <p:cNvGrpSpPr/>
          <p:nvPr/>
        </p:nvGrpSpPr>
        <p:grpSpPr>
          <a:xfrm>
            <a:off x="2957331" y="4218225"/>
            <a:ext cx="5915145" cy="590897"/>
            <a:chOff x="114269" y="4138674"/>
            <a:chExt cx="5915145" cy="59089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A2B7ED1-58C3-7EDE-87E0-F5C11E745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4269" y="4138674"/>
              <a:ext cx="4491909" cy="590897"/>
            </a:xfrm>
            <a:prstGeom prst="rect">
              <a:avLst/>
            </a:prstGeom>
          </p:spPr>
        </p:pic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ECB01DEA-72C1-B23D-60F2-31E5D01A9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06178" y="4138674"/>
              <a:ext cx="1423236" cy="590897"/>
            </a:xfrm>
            <a:prstGeom prst="rect">
              <a:avLst/>
            </a:prstGeom>
          </p:spPr>
        </p:pic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4505CDDA-E233-FC73-0764-0A71929B4F10}"/>
              </a:ext>
            </a:extLst>
          </p:cNvPr>
          <p:cNvGrpSpPr/>
          <p:nvPr/>
        </p:nvGrpSpPr>
        <p:grpSpPr>
          <a:xfrm>
            <a:off x="41172" y="3642241"/>
            <a:ext cx="5110691" cy="516361"/>
            <a:chOff x="41172" y="3586486"/>
            <a:chExt cx="5110691" cy="516361"/>
          </a:xfrm>
        </p:grpSpPr>
        <p:pic>
          <p:nvPicPr>
            <p:cNvPr id="1036" name="Picture 1035">
              <a:extLst>
                <a:ext uri="{FF2B5EF4-FFF2-40B4-BE49-F238E27FC236}">
                  <a16:creationId xmlns:a16="http://schemas.microsoft.com/office/drawing/2014/main" id="{35EE662E-5ADF-82AF-54EB-FDE5D1384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62799" y="3586486"/>
              <a:ext cx="4389064" cy="516361"/>
            </a:xfrm>
            <a:prstGeom prst="rect">
              <a:avLst/>
            </a:prstGeom>
          </p:spPr>
        </p:pic>
        <p:pic>
          <p:nvPicPr>
            <p:cNvPr id="1038" name="Picture 1037">
              <a:extLst>
                <a:ext uri="{FF2B5EF4-FFF2-40B4-BE49-F238E27FC236}">
                  <a16:creationId xmlns:a16="http://schemas.microsoft.com/office/drawing/2014/main" id="{41CE3BA1-4561-3800-771A-8344979C0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172" y="3750735"/>
              <a:ext cx="650203" cy="209196"/>
            </a:xfrm>
            <a:prstGeom prst="rect">
              <a:avLst/>
            </a:prstGeom>
          </p:spPr>
        </p:pic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4E84CF0D-2CF6-935F-DC04-D4CCD6300A5F}"/>
              </a:ext>
            </a:extLst>
          </p:cNvPr>
          <p:cNvGrpSpPr/>
          <p:nvPr/>
        </p:nvGrpSpPr>
        <p:grpSpPr>
          <a:xfrm>
            <a:off x="32393" y="4347104"/>
            <a:ext cx="2924938" cy="2427618"/>
            <a:chOff x="32393" y="4280198"/>
            <a:chExt cx="2924938" cy="2427618"/>
          </a:xfrm>
        </p:grpSpPr>
        <p:pic>
          <p:nvPicPr>
            <p:cNvPr id="1049" name="Picture 1048">
              <a:extLst>
                <a:ext uri="{FF2B5EF4-FFF2-40B4-BE49-F238E27FC236}">
                  <a16:creationId xmlns:a16="http://schemas.microsoft.com/office/drawing/2014/main" id="{A4C09E45-BBE2-2C87-D480-36400BF81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2393" y="4280198"/>
              <a:ext cx="2924938" cy="1994889"/>
            </a:xfrm>
            <a:prstGeom prst="rect">
              <a:avLst/>
            </a:prstGeom>
          </p:spPr>
        </p:pic>
        <p:pic>
          <p:nvPicPr>
            <p:cNvPr id="1051" name="Picture 1050">
              <a:extLst>
                <a:ext uri="{FF2B5EF4-FFF2-40B4-BE49-F238E27FC236}">
                  <a16:creationId xmlns:a16="http://schemas.microsoft.com/office/drawing/2014/main" id="{C9D7168C-4194-6B49-64ED-171A23557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172" y="6314116"/>
              <a:ext cx="1854200" cy="393700"/>
            </a:xfrm>
            <a:prstGeom prst="rect">
              <a:avLst/>
            </a:prstGeom>
          </p:spPr>
        </p:pic>
      </p:grp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9EF62D34-7D8F-9501-30CF-26AAE6C45213}"/>
              </a:ext>
            </a:extLst>
          </p:cNvPr>
          <p:cNvGrpSpPr/>
          <p:nvPr/>
        </p:nvGrpSpPr>
        <p:grpSpPr>
          <a:xfrm>
            <a:off x="3217343" y="4933795"/>
            <a:ext cx="4272892" cy="1897219"/>
            <a:chOff x="3278303" y="4984595"/>
            <a:chExt cx="4272892" cy="1897219"/>
          </a:xfrm>
        </p:grpSpPr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A8133FD5-D853-5439-66DF-C949E10C7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278303" y="4984595"/>
              <a:ext cx="4272892" cy="1609900"/>
            </a:xfrm>
            <a:prstGeom prst="rect">
              <a:avLst/>
            </a:prstGeom>
          </p:spPr>
        </p:pic>
        <p:pic>
          <p:nvPicPr>
            <p:cNvPr id="1064" name="Picture 1063">
              <a:extLst>
                <a:ext uri="{FF2B5EF4-FFF2-40B4-BE49-F238E27FC236}">
                  <a16:creationId xmlns:a16="http://schemas.microsoft.com/office/drawing/2014/main" id="{850256ED-CECD-3B50-DCA9-B3AE41D3B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278303" y="6589714"/>
              <a:ext cx="4272892" cy="292100"/>
            </a:xfrm>
            <a:prstGeom prst="rect">
              <a:avLst/>
            </a:prstGeom>
          </p:spPr>
        </p:pic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08F46A12-4B08-D98A-DC80-556F072416B3}"/>
              </a:ext>
            </a:extLst>
          </p:cNvPr>
          <p:cNvGrpSpPr/>
          <p:nvPr/>
        </p:nvGrpSpPr>
        <p:grpSpPr>
          <a:xfrm>
            <a:off x="-201994" y="2802153"/>
            <a:ext cx="5006372" cy="715415"/>
            <a:chOff x="-201994" y="2802153"/>
            <a:chExt cx="5006372" cy="715415"/>
          </a:xfrm>
        </p:grpSpPr>
        <p:pic>
          <p:nvPicPr>
            <p:cNvPr id="1071" name="Picture 1070">
              <a:extLst>
                <a:ext uri="{FF2B5EF4-FFF2-40B4-BE49-F238E27FC236}">
                  <a16:creationId xmlns:a16="http://schemas.microsoft.com/office/drawing/2014/main" id="{7BF8A675-4338-E45E-1376-72D4D0523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74122" y="3021592"/>
              <a:ext cx="730256" cy="301517"/>
            </a:xfrm>
            <a:prstGeom prst="rect">
              <a:avLst/>
            </a:prstGeom>
          </p:spPr>
        </p:pic>
        <p:pic>
          <p:nvPicPr>
            <p:cNvPr id="1072" name="Picture 4">
              <a:extLst>
                <a:ext uri="{FF2B5EF4-FFF2-40B4-BE49-F238E27FC236}">
                  <a16:creationId xmlns:a16="http://schemas.microsoft.com/office/drawing/2014/main" id="{D170B04F-D1C4-5407-F135-1BFA476307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01994" y="2802153"/>
              <a:ext cx="4744720" cy="715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190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CFA3-C790-9B44-125A-43264639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93901F62-CB56-4BDD-746E-5E6DA2915458}"/>
              </a:ext>
            </a:extLst>
          </p:cNvPr>
          <p:cNvGrpSpPr>
            <a:grpSpLocks noChangeAspect="1"/>
          </p:cNvGrpSpPr>
          <p:nvPr/>
        </p:nvGrpSpPr>
        <p:grpSpPr>
          <a:xfrm rot="193367">
            <a:off x="256446" y="5809284"/>
            <a:ext cx="4318857" cy="523068"/>
            <a:chOff x="762799" y="3586486"/>
            <a:chExt cx="4389064" cy="531571"/>
          </a:xfrm>
        </p:grpSpPr>
        <p:pic>
          <p:nvPicPr>
            <p:cNvPr id="1036" name="Picture 1035">
              <a:extLst>
                <a:ext uri="{FF2B5EF4-FFF2-40B4-BE49-F238E27FC236}">
                  <a16:creationId xmlns:a16="http://schemas.microsoft.com/office/drawing/2014/main" id="{6FFD0841-4243-6084-36F0-21E51EE00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799" y="3586486"/>
              <a:ext cx="4389064" cy="516361"/>
            </a:xfrm>
            <a:prstGeom prst="rect">
              <a:avLst/>
            </a:prstGeom>
          </p:spPr>
        </p:pic>
        <p:pic>
          <p:nvPicPr>
            <p:cNvPr id="1038" name="Picture 1037">
              <a:extLst>
                <a:ext uri="{FF2B5EF4-FFF2-40B4-BE49-F238E27FC236}">
                  <a16:creationId xmlns:a16="http://schemas.microsoft.com/office/drawing/2014/main" id="{EA4F4848-FA5E-635F-F8CC-FEAAAF32C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6648" y="3908861"/>
              <a:ext cx="650203" cy="209196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A200D9-6D6F-7D70-8B59-B31B01720DCB}"/>
              </a:ext>
            </a:extLst>
          </p:cNvPr>
          <p:cNvGrpSpPr>
            <a:grpSpLocks noChangeAspect="1"/>
          </p:cNvGrpSpPr>
          <p:nvPr/>
        </p:nvGrpSpPr>
        <p:grpSpPr>
          <a:xfrm rot="21350130">
            <a:off x="785072" y="2526403"/>
            <a:ext cx="5386242" cy="812145"/>
            <a:chOff x="-201994" y="2802149"/>
            <a:chExt cx="4744720" cy="7154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C353CA-46CA-9350-EEF5-142115DF1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6780" y="3156468"/>
              <a:ext cx="730256" cy="301517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816410BC-AE7D-745E-804E-7CEBE05C00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01994" y="2802149"/>
              <a:ext cx="4744720" cy="715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8FD1FEB-4311-1B6E-EEE9-1FFD02245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2812" y="230086"/>
            <a:ext cx="7430513" cy="7984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AAE11E-EB2C-A84C-3714-568C4C52FA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5640" y="3388796"/>
            <a:ext cx="6162468" cy="64695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62051D3-40EE-97E4-B6EF-7DB72FC97B8B}"/>
              </a:ext>
            </a:extLst>
          </p:cNvPr>
          <p:cNvGrpSpPr>
            <a:grpSpLocks noChangeAspect="1"/>
          </p:cNvGrpSpPr>
          <p:nvPr/>
        </p:nvGrpSpPr>
        <p:grpSpPr>
          <a:xfrm rot="274636">
            <a:off x="5961778" y="1507752"/>
            <a:ext cx="5056985" cy="1702609"/>
            <a:chOff x="5138679" y="1816966"/>
            <a:chExt cx="7066647" cy="2276734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5F65ACB-00E7-43AD-6A30-1D7F4CD6A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52008" y="2241801"/>
              <a:ext cx="7053318" cy="18518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9F70BD7-88C5-4BDA-EF93-7FF26CB1E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38679" y="1816966"/>
              <a:ext cx="7051288" cy="440034"/>
            </a:xfrm>
            <a:prstGeom prst="rect">
              <a:avLst/>
            </a:prstGeom>
          </p:spPr>
        </p:pic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81AFC657-C895-C9CC-3B97-8808A1D9BC76}"/>
              </a:ext>
            </a:extLst>
          </p:cNvPr>
          <p:cNvGrpSpPr>
            <a:grpSpLocks noChangeAspect="1"/>
          </p:cNvGrpSpPr>
          <p:nvPr/>
        </p:nvGrpSpPr>
        <p:grpSpPr>
          <a:xfrm>
            <a:off x="6960598" y="4042171"/>
            <a:ext cx="4781287" cy="477630"/>
            <a:chOff x="114269" y="4138674"/>
            <a:chExt cx="5915145" cy="590897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D6CCB78-871B-6122-432B-A2CB58C83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4269" y="4138674"/>
              <a:ext cx="4491909" cy="590897"/>
            </a:xfrm>
            <a:prstGeom prst="rect">
              <a:avLst/>
            </a:prstGeom>
          </p:spPr>
        </p:pic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5CA4AD1-9AA7-0887-6ABC-7C78D512A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06178" y="4138674"/>
              <a:ext cx="1423236" cy="590897"/>
            </a:xfrm>
            <a:prstGeom prst="rect">
              <a:avLst/>
            </a:prstGeom>
          </p:spPr>
        </p:pic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7B08B0CD-AA2A-337B-B2A9-0E4F8FD6DC89}"/>
              </a:ext>
            </a:extLst>
          </p:cNvPr>
          <p:cNvGrpSpPr>
            <a:grpSpLocks noChangeAspect="1"/>
          </p:cNvGrpSpPr>
          <p:nvPr/>
        </p:nvGrpSpPr>
        <p:grpSpPr>
          <a:xfrm>
            <a:off x="4911418" y="4777020"/>
            <a:ext cx="2554357" cy="1850894"/>
            <a:chOff x="32393" y="4280198"/>
            <a:chExt cx="2924938" cy="2183524"/>
          </a:xfrm>
        </p:grpSpPr>
        <p:pic>
          <p:nvPicPr>
            <p:cNvPr id="1049" name="Picture 1048">
              <a:extLst>
                <a:ext uri="{FF2B5EF4-FFF2-40B4-BE49-F238E27FC236}">
                  <a16:creationId xmlns:a16="http://schemas.microsoft.com/office/drawing/2014/main" id="{5FDB0B4C-784B-4204-174B-85A14CD62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2393" y="4280198"/>
              <a:ext cx="2924938" cy="1994889"/>
            </a:xfrm>
            <a:prstGeom prst="rect">
              <a:avLst/>
            </a:prstGeom>
          </p:spPr>
        </p:pic>
        <p:pic>
          <p:nvPicPr>
            <p:cNvPr id="1051" name="Picture 1050">
              <a:extLst>
                <a:ext uri="{FF2B5EF4-FFF2-40B4-BE49-F238E27FC236}">
                  <a16:creationId xmlns:a16="http://schemas.microsoft.com/office/drawing/2014/main" id="{ECCD8AAE-48DF-C681-D310-5EA84753F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06241" y="6113148"/>
              <a:ext cx="1651090" cy="350574"/>
            </a:xfrm>
            <a:prstGeom prst="rect">
              <a:avLst/>
            </a:prstGeom>
          </p:spPr>
        </p:pic>
      </p:grp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5AB2DEB0-CA95-8F30-6212-BDDB61AB49A3}"/>
              </a:ext>
            </a:extLst>
          </p:cNvPr>
          <p:cNvGrpSpPr/>
          <p:nvPr/>
        </p:nvGrpSpPr>
        <p:grpSpPr>
          <a:xfrm>
            <a:off x="313700" y="3560406"/>
            <a:ext cx="4272892" cy="1897219"/>
            <a:chOff x="3278303" y="4984595"/>
            <a:chExt cx="4272892" cy="189721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41B00B69-27E0-1123-7531-9E277E1E2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278303" y="4984595"/>
              <a:ext cx="4272892" cy="1609900"/>
            </a:xfrm>
            <a:prstGeom prst="rect">
              <a:avLst/>
            </a:prstGeom>
          </p:spPr>
        </p:pic>
        <p:pic>
          <p:nvPicPr>
            <p:cNvPr id="1064" name="Picture 1063">
              <a:extLst>
                <a:ext uri="{FF2B5EF4-FFF2-40B4-BE49-F238E27FC236}">
                  <a16:creationId xmlns:a16="http://schemas.microsoft.com/office/drawing/2014/main" id="{51031550-D7EC-7E1B-1938-FBDD84850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278303" y="6589714"/>
              <a:ext cx="4272892" cy="2921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22FEF7F-CAF5-83CC-981A-B37D86AAE8D2}"/>
              </a:ext>
            </a:extLst>
          </p:cNvPr>
          <p:cNvGrpSpPr>
            <a:grpSpLocks noChangeAspect="1"/>
          </p:cNvGrpSpPr>
          <p:nvPr/>
        </p:nvGrpSpPr>
        <p:grpSpPr>
          <a:xfrm>
            <a:off x="313700" y="314305"/>
            <a:ext cx="3698491" cy="2089042"/>
            <a:chOff x="843600" y="1331224"/>
            <a:chExt cx="4084524" cy="224534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A91245C-D978-F935-3CD7-CAF0123CA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43767" y="2256144"/>
              <a:ext cx="4084357" cy="132042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97A1483-8E95-1C95-F75A-30188C3D8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43600" y="1331224"/>
              <a:ext cx="1660113" cy="92492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899616-9049-E403-E048-DE72CB31D1CD}"/>
              </a:ext>
            </a:extLst>
          </p:cNvPr>
          <p:cNvGrpSpPr>
            <a:grpSpLocks noChangeAspect="1"/>
          </p:cNvGrpSpPr>
          <p:nvPr/>
        </p:nvGrpSpPr>
        <p:grpSpPr>
          <a:xfrm>
            <a:off x="7815609" y="4641244"/>
            <a:ext cx="4121499" cy="1843079"/>
            <a:chOff x="7708295" y="4067303"/>
            <a:chExt cx="4272892" cy="191078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274AA5C-AD03-D03D-B991-F31F6CCDB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708295" y="4067303"/>
              <a:ext cx="4272892" cy="185061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7D33BC7-9AF0-DE29-D0D6-AD70ECDE6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514964" y="5593366"/>
              <a:ext cx="2235022" cy="3847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402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1009</TotalTime>
  <Words>2</Words>
  <Application>Microsoft Macintosh PowerPoint</Application>
  <PresentationFormat>Widescreen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Jacopo Olivieri</dc:creator>
  <cp:lastModifiedBy>Jacopo Olivieri</cp:lastModifiedBy>
  <cp:revision>14</cp:revision>
  <dcterms:created xsi:type="dcterms:W3CDTF">2026-03-11T16:27:50Z</dcterms:created>
  <dcterms:modified xsi:type="dcterms:W3CDTF">2026-03-16T15:59:59Z</dcterms:modified>
</cp:coreProperties>
</file>